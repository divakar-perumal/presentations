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0" r:id="rId1"/>
  </p:sldMasterIdLst>
  <p:notesMasterIdLst>
    <p:notesMasterId r:id="rId9"/>
  </p:notesMasterIdLst>
  <p:sldIdLst>
    <p:sldId id="4398" r:id="rId2"/>
    <p:sldId id="4403" r:id="rId3"/>
    <p:sldId id="4402" r:id="rId4"/>
    <p:sldId id="4385" r:id="rId5"/>
    <p:sldId id="4405" r:id="rId6"/>
    <p:sldId id="4386" r:id="rId7"/>
    <p:sldId id="4404" r:id="rId8"/>
  </p:sldIdLst>
  <p:sldSz cx="24377650" cy="13716000"/>
  <p:notesSz cx="6858000" cy="9144000"/>
  <p:defaultTextStyle>
    <a:defPPr>
      <a:defRPr lang="en-US"/>
    </a:defPPr>
    <a:lvl1pPr marL="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21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434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2651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6868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086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3737"/>
    <a:srgbClr val="F2F2F2"/>
    <a:srgbClr val="EFF1F8"/>
    <a:srgbClr val="375B8A"/>
    <a:srgbClr val="445469"/>
    <a:srgbClr val="000000"/>
    <a:srgbClr val="5A5A66"/>
    <a:srgbClr val="626162"/>
    <a:srgbClr val="C4D4E2"/>
    <a:srgbClr val="CFCF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83" autoAdjust="0"/>
    <p:restoredTop sz="95763" autoAdjust="0"/>
  </p:normalViewPr>
  <p:slideViewPr>
    <p:cSldViewPr snapToGrid="0" snapToObjects="1">
      <p:cViewPr varScale="1">
        <p:scale>
          <a:sx n="56" d="100"/>
          <a:sy n="56" d="100"/>
        </p:scale>
        <p:origin x="1074" y="90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 snapToObjects="1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Montserrat Light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Montserrat Light" charset="0"/>
              </a:defRPr>
            </a:lvl1pPr>
          </a:lstStyle>
          <a:p>
            <a:fld id="{EFC10EE1-B198-C942-8235-326C972CBB30}" type="datetimeFigureOut">
              <a:rPr lang="en-US" smtClean="0"/>
              <a:pPr/>
              <a:t>8/7/2025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Montserrat Light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Montserrat Light" charset="0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1pPr>
    <a:lvl2pPr marL="914217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2pPr>
    <a:lvl3pPr marL="1828434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3pPr>
    <a:lvl4pPr marL="2742651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4pPr>
    <a:lvl5pPr marL="3656868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5pPr>
    <a:lvl6pPr marL="4571086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61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DE05AE52-C3F6-FC4C-A7A0-CD71D1C1B46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76644" y="-261256"/>
            <a:ext cx="24930938" cy="142385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583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05578850-33A7-C645-8848-3F74221A272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76644" y="2525486"/>
            <a:ext cx="24930938" cy="114517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804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05578850-33A7-C645-8848-3F74221A272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95160" y="-315310"/>
            <a:ext cx="10387331" cy="142925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846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05578850-33A7-C645-8848-3F74221A272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378372" y="4408170"/>
            <a:ext cx="20042006" cy="9569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238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05578850-33A7-C645-8848-3F74221A272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88824" y="-346840"/>
            <a:ext cx="12531507" cy="110825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747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C8316906-52C9-5746-8EA9-A85EFFA9E9D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820712" y="7026240"/>
            <a:ext cx="10368111" cy="49819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05578850-33A7-C645-8848-3F74221A272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20712" y="1707777"/>
            <a:ext cx="10368111" cy="49819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182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C8316906-52C9-5746-8EA9-A85EFFA9E9D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188822" y="2293706"/>
            <a:ext cx="12563040" cy="117376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458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C8316906-52C9-5746-8EA9-A85EFFA9E9D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337919" y="-291839"/>
            <a:ext cx="6281520" cy="143546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627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C8316906-52C9-5746-8EA9-A85EFFA9E9D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189203" y="-319340"/>
            <a:ext cx="12531127" cy="143546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805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C8316906-52C9-5746-8EA9-A85EFFA9E9D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6103740" y="-319340"/>
            <a:ext cx="8616590" cy="143546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1617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C8316906-52C9-5746-8EA9-A85EFFA9E9D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346376" y="-319340"/>
            <a:ext cx="8616590" cy="143546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966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C8316906-52C9-5746-8EA9-A85EFFA9E9D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346376" y="-319340"/>
            <a:ext cx="25161300" cy="825799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6557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C8316906-52C9-5746-8EA9-A85EFFA9E9D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15584" y="-319341"/>
            <a:ext cx="18999340" cy="98291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346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C8316906-52C9-5746-8EA9-A85EFFA9E9D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332968" y="-350872"/>
            <a:ext cx="21400744" cy="144452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4509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C8316906-52C9-5746-8EA9-A85EFFA9E9D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74028" y="-350872"/>
            <a:ext cx="10580914" cy="144452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5949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C8316906-52C9-5746-8EA9-A85EFFA9E9D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775857" y="-350872"/>
            <a:ext cx="21976005" cy="144452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382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5964" y="730251"/>
            <a:ext cx="21025723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5964" y="3651250"/>
            <a:ext cx="21025723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5964" y="12712701"/>
            <a:ext cx="5484971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5097" y="12712701"/>
            <a:ext cx="8227457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16715" y="12712701"/>
            <a:ext cx="5484971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059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7" r:id="rId1"/>
    <p:sldLayoutId id="2147483989" r:id="rId2"/>
    <p:sldLayoutId id="2147483978" r:id="rId3"/>
    <p:sldLayoutId id="2147483979" r:id="rId4"/>
    <p:sldLayoutId id="2147483980" r:id="rId5"/>
    <p:sldLayoutId id="2147483981" r:id="rId6"/>
    <p:sldLayoutId id="2147483982" r:id="rId7"/>
    <p:sldLayoutId id="2147483983" r:id="rId8"/>
    <p:sldLayoutId id="2147483984" r:id="rId9"/>
    <p:sldLayoutId id="2147483985" r:id="rId10"/>
    <p:sldLayoutId id="2147483986" r:id="rId11"/>
    <p:sldLayoutId id="2147483987" r:id="rId12"/>
    <p:sldLayoutId id="2147483988" r:id="rId13"/>
    <p:sldLayoutId id="2147483990" r:id="rId14"/>
    <p:sldLayoutId id="2147483991" r:id="rId15"/>
    <p:sldLayoutId id="2147483992" r:id="rId16"/>
    <p:sldLayoutId id="2147483993" r:id="rId17"/>
  </p:sldLayoutIdLst>
  <p:hf hdr="0" ftr="0" dt="0"/>
  <p:txStyles>
    <p:titleStyle>
      <a:lvl1pPr algn="l" defTabSz="1828343" rtl="0" eaLnBrk="1" latinLnBrk="0" hangingPunct="1">
        <a:lnSpc>
          <a:spcPct val="90000"/>
        </a:lnSpc>
        <a:spcBef>
          <a:spcPct val="0"/>
        </a:spcBef>
        <a:buNone/>
        <a:defRPr sz="87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828343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None/>
        <a:defRPr sz="5599" kern="1200">
          <a:solidFill>
            <a:schemeClr val="tx1"/>
          </a:solidFill>
          <a:latin typeface="+mn-lt"/>
          <a:ea typeface="+mn-ea"/>
          <a:cs typeface="+mn-cs"/>
        </a:defRPr>
      </a:lvl1pPr>
      <a:lvl2pPr marL="914171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4799" kern="1200">
          <a:solidFill>
            <a:schemeClr val="tx1"/>
          </a:solidFill>
          <a:latin typeface="+mn-lt"/>
          <a:ea typeface="+mn-ea"/>
          <a:cs typeface="+mn-cs"/>
        </a:defRPr>
      </a:lvl2pPr>
      <a:lvl3pPr marL="1828343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999" kern="1200">
          <a:solidFill>
            <a:schemeClr val="tx1"/>
          </a:solidFill>
          <a:latin typeface="+mn-lt"/>
          <a:ea typeface="+mn-ea"/>
          <a:cs typeface="+mn-cs"/>
        </a:defRPr>
      </a:lvl3pPr>
      <a:lvl4pPr marL="2742514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599" kern="1200">
          <a:solidFill>
            <a:schemeClr val="tx1"/>
          </a:solidFill>
          <a:latin typeface="+mn-lt"/>
          <a:ea typeface="+mn-ea"/>
          <a:cs typeface="+mn-cs"/>
        </a:defRPr>
      </a:lvl4pPr>
      <a:lvl5pPr marL="3656685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599" kern="1200">
          <a:solidFill>
            <a:schemeClr val="tx1"/>
          </a:solidFill>
          <a:latin typeface="+mn-lt"/>
          <a:ea typeface="+mn-ea"/>
          <a:cs typeface="+mn-cs"/>
        </a:defRPr>
      </a:lvl5pPr>
      <a:lvl6pPr marL="5027943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942114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856286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770457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1pPr>
      <a:lvl2pPr marL="914171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2pPr>
      <a:lvl3pPr marL="1828343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3pPr>
      <a:lvl4pPr marL="2742514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4pPr>
      <a:lvl5pPr marL="3656686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5pPr>
      <a:lvl6pPr marL="4570857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485028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399200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313371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Conditional%20Formatting.xlsm" TargetMode="Externa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033BA67-E0AF-4F45-AC59-548701C43E31}"/>
              </a:ext>
            </a:extLst>
          </p:cNvPr>
          <p:cNvSpPr>
            <a:spLocks/>
          </p:cNvSpPr>
          <p:nvPr/>
        </p:nvSpPr>
        <p:spPr>
          <a:xfrm rot="10800000" flipV="1">
            <a:off x="-3" y="2525487"/>
            <a:ext cx="24377642" cy="11190512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8E56F1-4633-6645-8797-95CEDB732DAC}"/>
              </a:ext>
            </a:extLst>
          </p:cNvPr>
          <p:cNvSpPr/>
          <p:nvPr/>
        </p:nvSpPr>
        <p:spPr>
          <a:xfrm rot="10800000" flipV="1">
            <a:off x="-3" y="-4"/>
            <a:ext cx="24377642" cy="38646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FA5735-7073-864D-BAF7-481264215743}"/>
              </a:ext>
            </a:extLst>
          </p:cNvPr>
          <p:cNvSpPr txBox="1"/>
          <p:nvPr/>
        </p:nvSpPr>
        <p:spPr>
          <a:xfrm>
            <a:off x="7096914" y="1761243"/>
            <a:ext cx="101838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spc="6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Lato" panose="020F0502020204030203" pitchFamily="34" charset="0"/>
              </a:rPr>
              <a:t>DIVAKAR’s</a:t>
            </a:r>
            <a:r>
              <a:rPr lang="en-US" spc="6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Lato" panose="020F0502020204030203" pitchFamily="34" charset="0"/>
              </a:rPr>
              <a:t> PRESENTATION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CDEC56-A906-794E-9B05-FA128ECEF634}"/>
              </a:ext>
            </a:extLst>
          </p:cNvPr>
          <p:cNvSpPr txBox="1"/>
          <p:nvPr/>
        </p:nvSpPr>
        <p:spPr>
          <a:xfrm>
            <a:off x="4629759" y="9686579"/>
            <a:ext cx="17057048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Montserrat SemiBold" pitchFamily="2" charset="77"/>
                <a:ea typeface="Roboto Medium" panose="02000000000000000000" pitchFamily="2" charset="0"/>
                <a:cs typeface="Lato Light" panose="020F0502020204030203" pitchFamily="34" charset="0"/>
              </a:rPr>
              <a:t>Conditional Formatting</a:t>
            </a:r>
          </a:p>
        </p:txBody>
      </p:sp>
      <p:sp>
        <p:nvSpPr>
          <p:cNvPr id="17" name="Freeform 1263">
            <a:extLst>
              <a:ext uri="{FF2B5EF4-FFF2-40B4-BE49-F238E27FC236}">
                <a16:creationId xmlns:a16="http://schemas.microsoft.com/office/drawing/2014/main" id="{3D7BDA80-D0D4-6DB6-4537-A7C480E1265F}"/>
              </a:ext>
            </a:extLst>
          </p:cNvPr>
          <p:cNvSpPr/>
          <p:nvPr/>
        </p:nvSpPr>
        <p:spPr>
          <a:xfrm>
            <a:off x="12830390" y="5158582"/>
            <a:ext cx="801818" cy="80181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19" h="319">
                <a:moveTo>
                  <a:pt x="27" y="55"/>
                </a:moveTo>
                <a:lnTo>
                  <a:pt x="224" y="55"/>
                </a:lnTo>
                <a:lnTo>
                  <a:pt x="31" y="248"/>
                </a:lnTo>
                <a:cubicBezTo>
                  <a:pt x="20" y="259"/>
                  <a:pt x="20" y="276"/>
                  <a:pt x="31" y="287"/>
                </a:cubicBezTo>
                <a:cubicBezTo>
                  <a:pt x="37" y="292"/>
                  <a:pt x="44" y="295"/>
                  <a:pt x="51" y="295"/>
                </a:cubicBezTo>
                <a:cubicBezTo>
                  <a:pt x="58" y="295"/>
                  <a:pt x="65" y="293"/>
                  <a:pt x="70" y="287"/>
                </a:cubicBezTo>
                <a:lnTo>
                  <a:pt x="264" y="94"/>
                </a:lnTo>
                <a:lnTo>
                  <a:pt x="264" y="292"/>
                </a:lnTo>
                <a:cubicBezTo>
                  <a:pt x="264" y="307"/>
                  <a:pt x="276" y="319"/>
                  <a:pt x="291" y="319"/>
                </a:cubicBezTo>
                <a:cubicBezTo>
                  <a:pt x="306" y="319"/>
                  <a:pt x="319" y="307"/>
                  <a:pt x="319" y="292"/>
                </a:cubicBezTo>
                <a:lnTo>
                  <a:pt x="319" y="28"/>
                </a:lnTo>
                <a:cubicBezTo>
                  <a:pt x="319" y="27"/>
                  <a:pt x="319" y="26"/>
                  <a:pt x="319" y="26"/>
                </a:cubicBezTo>
                <a:lnTo>
                  <a:pt x="319" y="25"/>
                </a:lnTo>
                <a:cubicBezTo>
                  <a:pt x="318" y="24"/>
                  <a:pt x="318" y="24"/>
                  <a:pt x="318" y="23"/>
                </a:cubicBezTo>
                <a:cubicBezTo>
                  <a:pt x="318" y="22"/>
                  <a:pt x="318" y="21"/>
                  <a:pt x="318" y="20"/>
                </a:cubicBezTo>
                <a:cubicBezTo>
                  <a:pt x="317" y="19"/>
                  <a:pt x="317" y="18"/>
                  <a:pt x="317" y="18"/>
                </a:cubicBezTo>
                <a:cubicBezTo>
                  <a:pt x="317" y="17"/>
                  <a:pt x="317" y="17"/>
                  <a:pt x="317" y="17"/>
                </a:cubicBezTo>
                <a:cubicBezTo>
                  <a:pt x="316" y="17"/>
                  <a:pt x="316" y="16"/>
                  <a:pt x="315" y="15"/>
                </a:cubicBezTo>
                <a:cubicBezTo>
                  <a:pt x="311" y="6"/>
                  <a:pt x="302" y="0"/>
                  <a:pt x="291" y="0"/>
                </a:cubicBezTo>
                <a:lnTo>
                  <a:pt x="27" y="0"/>
                </a:lnTo>
                <a:cubicBezTo>
                  <a:pt x="12" y="0"/>
                  <a:pt x="0" y="13"/>
                  <a:pt x="0" y="28"/>
                </a:cubicBezTo>
                <a:cubicBezTo>
                  <a:pt x="0" y="43"/>
                  <a:pt x="12" y="55"/>
                  <a:pt x="27" y="55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dirty="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18" name="Freeform 1264">
            <a:extLst>
              <a:ext uri="{FF2B5EF4-FFF2-40B4-BE49-F238E27FC236}">
                <a16:creationId xmlns:a16="http://schemas.microsoft.com/office/drawing/2014/main" id="{97F2F3B4-BC5B-6205-90C0-17525F91C46A}"/>
              </a:ext>
            </a:extLst>
          </p:cNvPr>
          <p:cNvSpPr/>
          <p:nvPr/>
        </p:nvSpPr>
        <p:spPr>
          <a:xfrm>
            <a:off x="10153244" y="5154477"/>
            <a:ext cx="801818" cy="80181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19" h="319">
                <a:moveTo>
                  <a:pt x="291" y="0"/>
                </a:moveTo>
                <a:lnTo>
                  <a:pt x="28" y="0"/>
                </a:lnTo>
                <a:cubicBezTo>
                  <a:pt x="27" y="0"/>
                  <a:pt x="26" y="0"/>
                  <a:pt x="25" y="0"/>
                </a:cubicBezTo>
                <a:cubicBezTo>
                  <a:pt x="24" y="0"/>
                  <a:pt x="23" y="1"/>
                  <a:pt x="23" y="1"/>
                </a:cubicBezTo>
                <a:lnTo>
                  <a:pt x="22" y="1"/>
                </a:lnTo>
                <a:cubicBezTo>
                  <a:pt x="22" y="1"/>
                  <a:pt x="21" y="1"/>
                  <a:pt x="20" y="1"/>
                </a:cubicBezTo>
                <a:cubicBezTo>
                  <a:pt x="19" y="2"/>
                  <a:pt x="18" y="2"/>
                  <a:pt x="17" y="2"/>
                </a:cubicBezTo>
                <a:cubicBezTo>
                  <a:pt x="16" y="3"/>
                  <a:pt x="15" y="3"/>
                  <a:pt x="14" y="4"/>
                </a:cubicBezTo>
                <a:cubicBezTo>
                  <a:pt x="6" y="8"/>
                  <a:pt x="0" y="17"/>
                  <a:pt x="0" y="28"/>
                </a:cubicBezTo>
                <a:lnTo>
                  <a:pt x="0" y="292"/>
                </a:lnTo>
                <a:cubicBezTo>
                  <a:pt x="0" y="307"/>
                  <a:pt x="12" y="319"/>
                  <a:pt x="28" y="319"/>
                </a:cubicBezTo>
                <a:cubicBezTo>
                  <a:pt x="43" y="319"/>
                  <a:pt x="55" y="307"/>
                  <a:pt x="55" y="292"/>
                </a:cubicBezTo>
                <a:lnTo>
                  <a:pt x="55" y="95"/>
                </a:lnTo>
                <a:lnTo>
                  <a:pt x="250" y="290"/>
                </a:lnTo>
                <a:cubicBezTo>
                  <a:pt x="256" y="295"/>
                  <a:pt x="263" y="298"/>
                  <a:pt x="270" y="298"/>
                </a:cubicBezTo>
                <a:cubicBezTo>
                  <a:pt x="277" y="298"/>
                  <a:pt x="284" y="295"/>
                  <a:pt x="289" y="290"/>
                </a:cubicBezTo>
                <a:cubicBezTo>
                  <a:pt x="300" y="279"/>
                  <a:pt x="300" y="262"/>
                  <a:pt x="289" y="251"/>
                </a:cubicBezTo>
                <a:lnTo>
                  <a:pt x="94" y="55"/>
                </a:lnTo>
                <a:lnTo>
                  <a:pt x="291" y="55"/>
                </a:lnTo>
                <a:cubicBezTo>
                  <a:pt x="307" y="55"/>
                  <a:pt x="319" y="43"/>
                  <a:pt x="319" y="28"/>
                </a:cubicBezTo>
                <a:cubicBezTo>
                  <a:pt x="319" y="13"/>
                  <a:pt x="307" y="0"/>
                  <a:pt x="291" y="0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dirty="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19" name="Freeform 1265">
            <a:extLst>
              <a:ext uri="{FF2B5EF4-FFF2-40B4-BE49-F238E27FC236}">
                <a16:creationId xmlns:a16="http://schemas.microsoft.com/office/drawing/2014/main" id="{1641C74D-67BD-9F36-F21B-073CE806D966}"/>
              </a:ext>
            </a:extLst>
          </p:cNvPr>
          <p:cNvSpPr/>
          <p:nvPr/>
        </p:nvSpPr>
        <p:spPr>
          <a:xfrm>
            <a:off x="10153244" y="7794196"/>
            <a:ext cx="801818" cy="80181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19" h="319">
                <a:moveTo>
                  <a:pt x="292" y="264"/>
                </a:moveTo>
                <a:lnTo>
                  <a:pt x="94" y="264"/>
                </a:lnTo>
                <a:lnTo>
                  <a:pt x="294" y="65"/>
                </a:lnTo>
                <a:cubicBezTo>
                  <a:pt x="305" y="54"/>
                  <a:pt x="305" y="36"/>
                  <a:pt x="294" y="25"/>
                </a:cubicBezTo>
                <a:cubicBezTo>
                  <a:pt x="284" y="15"/>
                  <a:pt x="266" y="15"/>
                  <a:pt x="255" y="25"/>
                </a:cubicBezTo>
                <a:lnTo>
                  <a:pt x="55" y="225"/>
                </a:lnTo>
                <a:lnTo>
                  <a:pt x="55" y="28"/>
                </a:lnTo>
                <a:cubicBezTo>
                  <a:pt x="55" y="13"/>
                  <a:pt x="43" y="0"/>
                  <a:pt x="28" y="0"/>
                </a:cubicBezTo>
                <a:cubicBezTo>
                  <a:pt x="12" y="0"/>
                  <a:pt x="0" y="13"/>
                  <a:pt x="0" y="28"/>
                </a:cubicBezTo>
                <a:lnTo>
                  <a:pt x="0" y="292"/>
                </a:lnTo>
                <a:cubicBezTo>
                  <a:pt x="0" y="292"/>
                  <a:pt x="0" y="293"/>
                  <a:pt x="0" y="294"/>
                </a:cubicBezTo>
                <a:cubicBezTo>
                  <a:pt x="0" y="295"/>
                  <a:pt x="0" y="296"/>
                  <a:pt x="0" y="297"/>
                </a:cubicBezTo>
                <a:lnTo>
                  <a:pt x="1" y="297"/>
                </a:lnTo>
                <a:cubicBezTo>
                  <a:pt x="1" y="298"/>
                  <a:pt x="1" y="299"/>
                  <a:pt x="1" y="299"/>
                </a:cubicBezTo>
                <a:cubicBezTo>
                  <a:pt x="1" y="300"/>
                  <a:pt x="1" y="300"/>
                  <a:pt x="1" y="300"/>
                </a:cubicBezTo>
                <a:cubicBezTo>
                  <a:pt x="1" y="300"/>
                  <a:pt x="2" y="301"/>
                  <a:pt x="2" y="302"/>
                </a:cubicBezTo>
                <a:cubicBezTo>
                  <a:pt x="2" y="303"/>
                  <a:pt x="3" y="304"/>
                  <a:pt x="3" y="305"/>
                </a:cubicBezTo>
                <a:cubicBezTo>
                  <a:pt x="8" y="313"/>
                  <a:pt x="17" y="319"/>
                  <a:pt x="28" y="319"/>
                </a:cubicBezTo>
                <a:lnTo>
                  <a:pt x="292" y="319"/>
                </a:lnTo>
                <a:cubicBezTo>
                  <a:pt x="307" y="319"/>
                  <a:pt x="319" y="307"/>
                  <a:pt x="319" y="292"/>
                </a:cubicBezTo>
                <a:cubicBezTo>
                  <a:pt x="319" y="276"/>
                  <a:pt x="307" y="264"/>
                  <a:pt x="292" y="264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dirty="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20" name="Freeform 1266">
            <a:extLst>
              <a:ext uri="{FF2B5EF4-FFF2-40B4-BE49-F238E27FC236}">
                <a16:creationId xmlns:a16="http://schemas.microsoft.com/office/drawing/2014/main" id="{D2AE4096-930C-05CF-111D-58A87119941D}"/>
              </a:ext>
            </a:extLst>
          </p:cNvPr>
          <p:cNvSpPr/>
          <p:nvPr/>
        </p:nvSpPr>
        <p:spPr>
          <a:xfrm>
            <a:off x="12832862" y="7794196"/>
            <a:ext cx="801818" cy="79929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19" h="318">
                <a:moveTo>
                  <a:pt x="319" y="291"/>
                </a:moveTo>
                <a:lnTo>
                  <a:pt x="319" y="27"/>
                </a:lnTo>
                <a:cubicBezTo>
                  <a:pt x="319" y="12"/>
                  <a:pt x="306" y="0"/>
                  <a:pt x="291" y="0"/>
                </a:cubicBezTo>
                <a:cubicBezTo>
                  <a:pt x="276" y="0"/>
                  <a:pt x="263" y="12"/>
                  <a:pt x="263" y="27"/>
                </a:cubicBezTo>
                <a:lnTo>
                  <a:pt x="263" y="224"/>
                </a:lnTo>
                <a:lnTo>
                  <a:pt x="56" y="16"/>
                </a:lnTo>
                <a:cubicBezTo>
                  <a:pt x="45" y="5"/>
                  <a:pt x="28" y="5"/>
                  <a:pt x="17" y="16"/>
                </a:cubicBezTo>
                <a:cubicBezTo>
                  <a:pt x="6" y="27"/>
                  <a:pt x="6" y="44"/>
                  <a:pt x="17" y="55"/>
                </a:cubicBezTo>
                <a:lnTo>
                  <a:pt x="224" y="263"/>
                </a:lnTo>
                <a:lnTo>
                  <a:pt x="27" y="263"/>
                </a:lnTo>
                <a:cubicBezTo>
                  <a:pt x="12" y="263"/>
                  <a:pt x="0" y="276"/>
                  <a:pt x="0" y="291"/>
                </a:cubicBezTo>
                <a:cubicBezTo>
                  <a:pt x="0" y="306"/>
                  <a:pt x="12" y="318"/>
                  <a:pt x="27" y="318"/>
                </a:cubicBezTo>
                <a:lnTo>
                  <a:pt x="291" y="318"/>
                </a:lnTo>
                <a:cubicBezTo>
                  <a:pt x="292" y="318"/>
                  <a:pt x="293" y="318"/>
                  <a:pt x="293" y="318"/>
                </a:cubicBezTo>
                <a:lnTo>
                  <a:pt x="294" y="318"/>
                </a:lnTo>
                <a:cubicBezTo>
                  <a:pt x="294" y="318"/>
                  <a:pt x="295" y="318"/>
                  <a:pt x="296" y="318"/>
                </a:cubicBezTo>
                <a:cubicBezTo>
                  <a:pt x="297" y="318"/>
                  <a:pt x="298" y="318"/>
                  <a:pt x="299" y="317"/>
                </a:cubicBezTo>
                <a:cubicBezTo>
                  <a:pt x="301" y="317"/>
                  <a:pt x="303" y="316"/>
                  <a:pt x="304" y="315"/>
                </a:cubicBezTo>
                <a:cubicBezTo>
                  <a:pt x="313" y="311"/>
                  <a:pt x="319" y="301"/>
                  <a:pt x="319" y="291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dirty="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21" name="Freeform 1267">
            <a:extLst>
              <a:ext uri="{FF2B5EF4-FFF2-40B4-BE49-F238E27FC236}">
                <a16:creationId xmlns:a16="http://schemas.microsoft.com/office/drawing/2014/main" id="{F151924C-69E5-C9A5-A242-E551572D66F2}"/>
              </a:ext>
            </a:extLst>
          </p:cNvPr>
          <p:cNvSpPr/>
          <p:nvPr/>
        </p:nvSpPr>
        <p:spPr>
          <a:xfrm>
            <a:off x="11260076" y="5791101"/>
            <a:ext cx="1267772" cy="2348932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29" h="794">
                <a:moveTo>
                  <a:pt x="393" y="310"/>
                </a:moveTo>
                <a:cubicBezTo>
                  <a:pt x="391" y="319"/>
                  <a:pt x="381" y="327"/>
                  <a:pt x="363" y="336"/>
                </a:cubicBezTo>
                <a:cubicBezTo>
                  <a:pt x="358" y="338"/>
                  <a:pt x="353" y="339"/>
                  <a:pt x="345" y="332"/>
                </a:cubicBezTo>
                <a:cubicBezTo>
                  <a:pt x="339" y="327"/>
                  <a:pt x="335" y="319"/>
                  <a:pt x="335" y="319"/>
                </a:cubicBezTo>
                <a:cubicBezTo>
                  <a:pt x="334" y="316"/>
                  <a:pt x="331" y="313"/>
                  <a:pt x="328" y="311"/>
                </a:cubicBezTo>
                <a:lnTo>
                  <a:pt x="255" y="269"/>
                </a:lnTo>
                <a:cubicBezTo>
                  <a:pt x="254" y="269"/>
                  <a:pt x="252" y="268"/>
                  <a:pt x="251" y="268"/>
                </a:cubicBezTo>
                <a:lnTo>
                  <a:pt x="230" y="261"/>
                </a:lnTo>
                <a:cubicBezTo>
                  <a:pt x="229" y="261"/>
                  <a:pt x="229" y="261"/>
                  <a:pt x="229" y="261"/>
                </a:cubicBezTo>
                <a:cubicBezTo>
                  <a:pt x="207" y="256"/>
                  <a:pt x="203" y="237"/>
                  <a:pt x="203" y="235"/>
                </a:cubicBezTo>
                <a:lnTo>
                  <a:pt x="168" y="239"/>
                </a:lnTo>
                <a:cubicBezTo>
                  <a:pt x="170" y="254"/>
                  <a:pt x="180" y="279"/>
                  <a:pt x="207" y="291"/>
                </a:cubicBezTo>
                <a:cubicBezTo>
                  <a:pt x="207" y="293"/>
                  <a:pt x="206" y="294"/>
                  <a:pt x="206" y="296"/>
                </a:cubicBezTo>
                <a:cubicBezTo>
                  <a:pt x="206" y="298"/>
                  <a:pt x="199" y="354"/>
                  <a:pt x="227" y="396"/>
                </a:cubicBezTo>
                <a:cubicBezTo>
                  <a:pt x="251" y="432"/>
                  <a:pt x="276" y="456"/>
                  <a:pt x="297" y="474"/>
                </a:cubicBezTo>
                <a:cubicBezTo>
                  <a:pt x="318" y="494"/>
                  <a:pt x="333" y="508"/>
                  <a:pt x="336" y="525"/>
                </a:cubicBezTo>
                <a:lnTo>
                  <a:pt x="341" y="559"/>
                </a:lnTo>
                <a:cubicBezTo>
                  <a:pt x="324" y="564"/>
                  <a:pt x="275" y="571"/>
                  <a:pt x="201" y="572"/>
                </a:cubicBezTo>
                <a:cubicBezTo>
                  <a:pt x="193" y="572"/>
                  <a:pt x="184" y="572"/>
                  <a:pt x="176" y="572"/>
                </a:cubicBezTo>
                <a:cubicBezTo>
                  <a:pt x="106" y="571"/>
                  <a:pt x="58" y="565"/>
                  <a:pt x="39" y="559"/>
                </a:cubicBezTo>
                <a:cubicBezTo>
                  <a:pt x="47" y="534"/>
                  <a:pt x="63" y="475"/>
                  <a:pt x="61" y="441"/>
                </a:cubicBezTo>
                <a:cubicBezTo>
                  <a:pt x="60" y="428"/>
                  <a:pt x="56" y="411"/>
                  <a:pt x="53" y="392"/>
                </a:cubicBezTo>
                <a:cubicBezTo>
                  <a:pt x="44" y="350"/>
                  <a:pt x="32" y="293"/>
                  <a:pt x="45" y="255"/>
                </a:cubicBezTo>
                <a:cubicBezTo>
                  <a:pt x="66" y="191"/>
                  <a:pt x="98" y="145"/>
                  <a:pt x="137" y="122"/>
                </a:cubicBezTo>
                <a:cubicBezTo>
                  <a:pt x="165" y="104"/>
                  <a:pt x="188" y="105"/>
                  <a:pt x="188" y="105"/>
                </a:cubicBezTo>
                <a:cubicBezTo>
                  <a:pt x="196" y="106"/>
                  <a:pt x="203" y="102"/>
                  <a:pt x="206" y="95"/>
                </a:cubicBezTo>
                <a:cubicBezTo>
                  <a:pt x="206" y="94"/>
                  <a:pt x="215" y="74"/>
                  <a:pt x="241" y="51"/>
                </a:cubicBezTo>
                <a:lnTo>
                  <a:pt x="242" y="79"/>
                </a:lnTo>
                <a:cubicBezTo>
                  <a:pt x="242" y="83"/>
                  <a:pt x="243" y="86"/>
                  <a:pt x="245" y="89"/>
                </a:cubicBezTo>
                <a:lnTo>
                  <a:pt x="289" y="148"/>
                </a:lnTo>
                <a:lnTo>
                  <a:pt x="307" y="170"/>
                </a:lnTo>
                <a:cubicBezTo>
                  <a:pt x="313" y="179"/>
                  <a:pt x="350" y="237"/>
                  <a:pt x="381" y="279"/>
                </a:cubicBezTo>
                <a:cubicBezTo>
                  <a:pt x="388" y="288"/>
                  <a:pt x="396" y="301"/>
                  <a:pt x="393" y="310"/>
                </a:cubicBezTo>
                <a:close/>
                <a:moveTo>
                  <a:pt x="189" y="758"/>
                </a:moveTo>
                <a:cubicBezTo>
                  <a:pt x="103" y="758"/>
                  <a:pt x="50" y="748"/>
                  <a:pt x="36" y="741"/>
                </a:cubicBezTo>
                <a:lnTo>
                  <a:pt x="36" y="722"/>
                </a:lnTo>
                <a:cubicBezTo>
                  <a:pt x="45" y="724"/>
                  <a:pt x="54" y="726"/>
                  <a:pt x="61" y="727"/>
                </a:cubicBezTo>
                <a:cubicBezTo>
                  <a:pt x="91" y="733"/>
                  <a:pt x="132" y="736"/>
                  <a:pt x="176" y="737"/>
                </a:cubicBezTo>
                <a:cubicBezTo>
                  <a:pt x="184" y="737"/>
                  <a:pt x="193" y="737"/>
                  <a:pt x="201" y="737"/>
                </a:cubicBezTo>
                <a:cubicBezTo>
                  <a:pt x="245" y="736"/>
                  <a:pt x="286" y="733"/>
                  <a:pt x="316" y="727"/>
                </a:cubicBezTo>
                <a:cubicBezTo>
                  <a:pt x="323" y="726"/>
                  <a:pt x="332" y="724"/>
                  <a:pt x="341" y="722"/>
                </a:cubicBezTo>
                <a:lnTo>
                  <a:pt x="341" y="741"/>
                </a:lnTo>
                <a:cubicBezTo>
                  <a:pt x="327" y="748"/>
                  <a:pt x="274" y="758"/>
                  <a:pt x="189" y="758"/>
                </a:cubicBezTo>
                <a:close/>
                <a:moveTo>
                  <a:pt x="66" y="646"/>
                </a:moveTo>
                <a:cubicBezTo>
                  <a:pt x="99" y="651"/>
                  <a:pt x="142" y="653"/>
                  <a:pt x="189" y="653"/>
                </a:cubicBezTo>
                <a:cubicBezTo>
                  <a:pt x="235" y="653"/>
                  <a:pt x="279" y="651"/>
                  <a:pt x="311" y="646"/>
                </a:cubicBezTo>
                <a:cubicBezTo>
                  <a:pt x="318" y="645"/>
                  <a:pt x="325" y="644"/>
                  <a:pt x="331" y="643"/>
                </a:cubicBezTo>
                <a:cubicBezTo>
                  <a:pt x="329" y="660"/>
                  <a:pt x="333" y="675"/>
                  <a:pt x="337" y="686"/>
                </a:cubicBezTo>
                <a:cubicBezTo>
                  <a:pt x="320" y="692"/>
                  <a:pt x="276" y="700"/>
                  <a:pt x="201" y="701"/>
                </a:cubicBezTo>
                <a:cubicBezTo>
                  <a:pt x="193" y="701"/>
                  <a:pt x="184" y="701"/>
                  <a:pt x="176" y="701"/>
                </a:cubicBezTo>
                <a:cubicBezTo>
                  <a:pt x="101" y="700"/>
                  <a:pt x="57" y="692"/>
                  <a:pt x="40" y="686"/>
                </a:cubicBezTo>
                <a:cubicBezTo>
                  <a:pt x="44" y="676"/>
                  <a:pt x="48" y="660"/>
                  <a:pt x="47" y="643"/>
                </a:cubicBezTo>
                <a:cubicBezTo>
                  <a:pt x="53" y="644"/>
                  <a:pt x="59" y="645"/>
                  <a:pt x="66" y="646"/>
                </a:cubicBezTo>
                <a:close/>
                <a:moveTo>
                  <a:pt x="341" y="604"/>
                </a:moveTo>
                <a:cubicBezTo>
                  <a:pt x="325" y="610"/>
                  <a:pt x="272" y="618"/>
                  <a:pt x="189" y="618"/>
                </a:cubicBezTo>
                <a:cubicBezTo>
                  <a:pt x="105" y="618"/>
                  <a:pt x="52" y="610"/>
                  <a:pt x="36" y="604"/>
                </a:cubicBezTo>
                <a:lnTo>
                  <a:pt x="36" y="595"/>
                </a:lnTo>
                <a:cubicBezTo>
                  <a:pt x="44" y="597"/>
                  <a:pt x="53" y="599"/>
                  <a:pt x="61" y="600"/>
                </a:cubicBezTo>
                <a:cubicBezTo>
                  <a:pt x="92" y="604"/>
                  <a:pt x="132" y="607"/>
                  <a:pt x="176" y="607"/>
                </a:cubicBezTo>
                <a:cubicBezTo>
                  <a:pt x="184" y="607"/>
                  <a:pt x="193" y="607"/>
                  <a:pt x="201" y="607"/>
                </a:cubicBezTo>
                <a:cubicBezTo>
                  <a:pt x="245" y="607"/>
                  <a:pt x="285" y="604"/>
                  <a:pt x="315" y="600"/>
                </a:cubicBezTo>
                <a:cubicBezTo>
                  <a:pt x="324" y="599"/>
                  <a:pt x="333" y="597"/>
                  <a:pt x="341" y="595"/>
                </a:cubicBezTo>
                <a:close/>
                <a:moveTo>
                  <a:pt x="337" y="151"/>
                </a:moveTo>
                <a:cubicBezTo>
                  <a:pt x="336" y="150"/>
                  <a:pt x="336" y="149"/>
                  <a:pt x="336" y="149"/>
                </a:cubicBezTo>
                <a:lnTo>
                  <a:pt x="317" y="126"/>
                </a:lnTo>
                <a:lnTo>
                  <a:pt x="277" y="72"/>
                </a:lnTo>
                <a:lnTo>
                  <a:pt x="274" y="16"/>
                </a:lnTo>
                <a:cubicBezTo>
                  <a:pt x="274" y="10"/>
                  <a:pt x="270" y="5"/>
                  <a:pt x="265" y="2"/>
                </a:cubicBezTo>
                <a:cubicBezTo>
                  <a:pt x="259" y="-1"/>
                  <a:pt x="253" y="-1"/>
                  <a:pt x="247" y="2"/>
                </a:cubicBezTo>
                <a:cubicBezTo>
                  <a:pt x="208" y="27"/>
                  <a:pt x="188" y="55"/>
                  <a:pt x="179" y="70"/>
                </a:cubicBezTo>
                <a:cubicBezTo>
                  <a:pt x="147" y="73"/>
                  <a:pt x="61" y="95"/>
                  <a:pt x="11" y="244"/>
                </a:cubicBezTo>
                <a:cubicBezTo>
                  <a:pt x="-4" y="291"/>
                  <a:pt x="8" y="351"/>
                  <a:pt x="18" y="399"/>
                </a:cubicBezTo>
                <a:cubicBezTo>
                  <a:pt x="21" y="417"/>
                  <a:pt x="25" y="433"/>
                  <a:pt x="25" y="444"/>
                </a:cubicBezTo>
                <a:cubicBezTo>
                  <a:pt x="27" y="473"/>
                  <a:pt x="10" y="534"/>
                  <a:pt x="2" y="558"/>
                </a:cubicBezTo>
                <a:cubicBezTo>
                  <a:pt x="1" y="561"/>
                  <a:pt x="0" y="564"/>
                  <a:pt x="0" y="567"/>
                </a:cubicBezTo>
                <a:lnTo>
                  <a:pt x="0" y="612"/>
                </a:lnTo>
                <a:cubicBezTo>
                  <a:pt x="0" y="619"/>
                  <a:pt x="3" y="624"/>
                  <a:pt x="7" y="628"/>
                </a:cubicBezTo>
                <a:cubicBezTo>
                  <a:pt x="17" y="651"/>
                  <a:pt x="8" y="673"/>
                  <a:pt x="4" y="679"/>
                </a:cubicBezTo>
                <a:cubicBezTo>
                  <a:pt x="2" y="682"/>
                  <a:pt x="0" y="686"/>
                  <a:pt x="0" y="690"/>
                </a:cubicBezTo>
                <a:lnTo>
                  <a:pt x="0" y="691"/>
                </a:lnTo>
                <a:lnTo>
                  <a:pt x="0" y="747"/>
                </a:lnTo>
                <a:cubicBezTo>
                  <a:pt x="0" y="771"/>
                  <a:pt x="32" y="779"/>
                  <a:pt x="65" y="785"/>
                </a:cubicBezTo>
                <a:cubicBezTo>
                  <a:pt x="98" y="791"/>
                  <a:pt x="142" y="794"/>
                  <a:pt x="189" y="794"/>
                </a:cubicBezTo>
                <a:cubicBezTo>
                  <a:pt x="235" y="794"/>
                  <a:pt x="279" y="791"/>
                  <a:pt x="312" y="785"/>
                </a:cubicBezTo>
                <a:cubicBezTo>
                  <a:pt x="346" y="779"/>
                  <a:pt x="377" y="771"/>
                  <a:pt x="377" y="747"/>
                </a:cubicBezTo>
                <a:lnTo>
                  <a:pt x="377" y="696"/>
                </a:lnTo>
                <a:cubicBezTo>
                  <a:pt x="377" y="694"/>
                  <a:pt x="377" y="692"/>
                  <a:pt x="376" y="690"/>
                </a:cubicBezTo>
                <a:cubicBezTo>
                  <a:pt x="376" y="685"/>
                  <a:pt x="375" y="681"/>
                  <a:pt x="371" y="678"/>
                </a:cubicBezTo>
                <a:cubicBezTo>
                  <a:pt x="367" y="667"/>
                  <a:pt x="361" y="644"/>
                  <a:pt x="374" y="624"/>
                </a:cubicBezTo>
                <a:cubicBezTo>
                  <a:pt x="376" y="621"/>
                  <a:pt x="377" y="617"/>
                  <a:pt x="377" y="613"/>
                </a:cubicBezTo>
                <a:lnTo>
                  <a:pt x="377" y="612"/>
                </a:lnTo>
                <a:lnTo>
                  <a:pt x="376" y="567"/>
                </a:lnTo>
                <a:cubicBezTo>
                  <a:pt x="376" y="566"/>
                  <a:pt x="376" y="565"/>
                  <a:pt x="376" y="564"/>
                </a:cubicBezTo>
                <a:cubicBezTo>
                  <a:pt x="377" y="562"/>
                  <a:pt x="377" y="560"/>
                  <a:pt x="377" y="558"/>
                </a:cubicBezTo>
                <a:lnTo>
                  <a:pt x="371" y="520"/>
                </a:lnTo>
                <a:cubicBezTo>
                  <a:pt x="367" y="490"/>
                  <a:pt x="346" y="471"/>
                  <a:pt x="321" y="448"/>
                </a:cubicBezTo>
                <a:cubicBezTo>
                  <a:pt x="301" y="430"/>
                  <a:pt x="278" y="409"/>
                  <a:pt x="257" y="377"/>
                </a:cubicBezTo>
                <a:cubicBezTo>
                  <a:pt x="239" y="350"/>
                  <a:pt x="240" y="312"/>
                  <a:pt x="241" y="303"/>
                </a:cubicBezTo>
                <a:lnTo>
                  <a:pt x="306" y="339"/>
                </a:lnTo>
                <a:cubicBezTo>
                  <a:pt x="311" y="348"/>
                  <a:pt x="322" y="364"/>
                  <a:pt x="340" y="370"/>
                </a:cubicBezTo>
                <a:cubicBezTo>
                  <a:pt x="352" y="375"/>
                  <a:pt x="365" y="374"/>
                  <a:pt x="378" y="368"/>
                </a:cubicBezTo>
                <a:cubicBezTo>
                  <a:pt x="396" y="359"/>
                  <a:pt x="421" y="345"/>
                  <a:pt x="428" y="319"/>
                </a:cubicBezTo>
                <a:cubicBezTo>
                  <a:pt x="432" y="301"/>
                  <a:pt x="426" y="280"/>
                  <a:pt x="410" y="258"/>
                </a:cubicBezTo>
                <a:cubicBezTo>
                  <a:pt x="377" y="214"/>
                  <a:pt x="337" y="151"/>
                  <a:pt x="337" y="151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dirty="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751742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computer on a table&#10;&#10;AI-generated content may be incorrect.">
            <a:extLst>
              <a:ext uri="{FF2B5EF4-FFF2-40B4-BE49-F238E27FC236}">
                <a16:creationId xmlns:a16="http://schemas.microsoft.com/office/drawing/2014/main" id="{B734B50B-E6D0-A771-2BFA-C2FB7AC4DC4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9" t="6876" r="9851" b="19183"/>
          <a:stretch/>
        </p:blipFill>
        <p:spPr>
          <a:xfrm>
            <a:off x="0" y="0"/>
            <a:ext cx="24377650" cy="13716000"/>
          </a:xfr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5CEEC38A-9330-434E-85E9-DD217E71B793}"/>
              </a:ext>
            </a:extLst>
          </p:cNvPr>
          <p:cNvSpPr>
            <a:spLocks/>
          </p:cNvSpPr>
          <p:nvPr/>
        </p:nvSpPr>
        <p:spPr>
          <a:xfrm>
            <a:off x="0" y="658483"/>
            <a:ext cx="11399196" cy="56470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8492826-2329-6847-9722-974405A9AC7F}"/>
              </a:ext>
            </a:extLst>
          </p:cNvPr>
          <p:cNvGrpSpPr>
            <a:grpSpLocks/>
          </p:cNvGrpSpPr>
          <p:nvPr/>
        </p:nvGrpSpPr>
        <p:grpSpPr>
          <a:xfrm>
            <a:off x="660735" y="1870495"/>
            <a:ext cx="9508942" cy="3187562"/>
            <a:chOff x="7434352" y="5335088"/>
            <a:chExt cx="9508942" cy="3187562"/>
          </a:xfrm>
        </p:grpSpPr>
        <p:sp>
          <p:nvSpPr>
            <p:cNvPr id="7" name="Subtitle 2">
              <a:extLst>
                <a:ext uri="{FF2B5EF4-FFF2-40B4-BE49-F238E27FC236}">
                  <a16:creationId xmlns:a16="http://schemas.microsoft.com/office/drawing/2014/main" id="{0F224B42-C638-5345-90E0-D0852DC2D992}"/>
                </a:ext>
              </a:extLst>
            </p:cNvPr>
            <p:cNvSpPr txBox="1">
              <a:spLocks/>
            </p:cNvSpPr>
            <p:nvPr/>
          </p:nvSpPr>
          <p:spPr>
            <a:xfrm>
              <a:off x="7434352" y="6696882"/>
              <a:ext cx="9508942" cy="1825768"/>
            </a:xfrm>
            <a:prstGeom prst="rect">
              <a:avLst/>
            </a:prstGeom>
          </p:spPr>
          <p:txBody>
            <a:bodyPr vert="horz" wrap="square" lIns="217433" tIns="108718" rIns="217433" bIns="108718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4299"/>
                </a:lnSpc>
              </a:pPr>
              <a:r>
                <a:rPr lang="en-GB" sz="28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Conditional Formatting in Excel allows you to automatically apply formatting such as colours, icons, or data bars to cells based on the values they contain.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C1D6B87-1522-284D-8845-D41031889377}"/>
                </a:ext>
              </a:extLst>
            </p:cNvPr>
            <p:cNvSpPr txBox="1">
              <a:spLocks/>
            </p:cNvSpPr>
            <p:nvPr/>
          </p:nvSpPr>
          <p:spPr>
            <a:xfrm>
              <a:off x="7630878" y="5335088"/>
              <a:ext cx="9115891" cy="132343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bg1"/>
                  </a:solidFill>
                  <a:latin typeface="Montserrat SemiBold" pitchFamily="2" charset="77"/>
                  <a:ea typeface="Roboto Medium" panose="02000000000000000000" pitchFamily="2" charset="0"/>
                  <a:cs typeface="Poppins Medium" pitchFamily="2" charset="77"/>
                </a:rPr>
                <a:t>What is it?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3495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1">
            <a:extLst>
              <a:ext uri="{FF2B5EF4-FFF2-40B4-BE49-F238E27FC236}">
                <a16:creationId xmlns:a16="http://schemas.microsoft.com/office/drawing/2014/main" id="{AB01E618-C9AB-9349-8E18-875EAE8AFF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D84D7D9-7A5E-D249-AD8D-9538A65EBE6E}"/>
              </a:ext>
            </a:extLst>
          </p:cNvPr>
          <p:cNvSpPr/>
          <p:nvPr/>
        </p:nvSpPr>
        <p:spPr>
          <a:xfrm rot="10800000" flipV="1">
            <a:off x="0" y="0"/>
            <a:ext cx="24377650" cy="13716000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D7F2895-5E72-B042-93D4-655692042E26}"/>
              </a:ext>
            </a:extLst>
          </p:cNvPr>
          <p:cNvSpPr txBox="1"/>
          <p:nvPr/>
        </p:nvSpPr>
        <p:spPr>
          <a:xfrm>
            <a:off x="14182291" y="5757922"/>
            <a:ext cx="9519988" cy="30469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Montserrat SemiBold" pitchFamily="2" charset="77"/>
                <a:ea typeface="Roboto Medium" panose="02000000000000000000" pitchFamily="2" charset="0"/>
                <a:cs typeface="Poppins Medium" pitchFamily="2" charset="77"/>
              </a:rPr>
              <a:t>Why Use it?</a:t>
            </a:r>
          </a:p>
          <a:p>
            <a:pPr algn="ctr"/>
            <a:r>
              <a:rPr lang="en-US" sz="9600" b="1" dirty="0">
                <a:solidFill>
                  <a:schemeClr val="bg1"/>
                </a:solidFill>
                <a:latin typeface="Montserrat SemiBold" pitchFamily="2" charset="77"/>
                <a:ea typeface="Roboto Medium" panose="02000000000000000000" pitchFamily="2" charset="0"/>
                <a:cs typeface="Poppins Medium" pitchFamily="2" charset="77"/>
              </a:rPr>
              <a:t>Who Can use?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F87DDC6-F9E1-3C48-B1EA-BF22D660E373}"/>
              </a:ext>
            </a:extLst>
          </p:cNvPr>
          <p:cNvGrpSpPr/>
          <p:nvPr/>
        </p:nvGrpSpPr>
        <p:grpSpPr>
          <a:xfrm>
            <a:off x="1547081" y="1567004"/>
            <a:ext cx="11673619" cy="10756307"/>
            <a:chOff x="1967705" y="1991770"/>
            <a:chExt cx="9719601" cy="98556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5683A7B-48D9-2A40-8EE2-2D03CFE03E75}"/>
                </a:ext>
              </a:extLst>
            </p:cNvPr>
            <p:cNvSpPr/>
            <p:nvPr/>
          </p:nvSpPr>
          <p:spPr>
            <a:xfrm>
              <a:off x="1967705" y="1991770"/>
              <a:ext cx="4859800" cy="4859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602683D-5055-C544-B311-69D19386984F}"/>
                </a:ext>
              </a:extLst>
            </p:cNvPr>
            <p:cNvSpPr/>
            <p:nvPr/>
          </p:nvSpPr>
          <p:spPr>
            <a:xfrm>
              <a:off x="1967705" y="6827854"/>
              <a:ext cx="4859800" cy="48598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271F636-4FE7-3749-AA52-CC87F67A3868}"/>
                </a:ext>
              </a:extLst>
            </p:cNvPr>
            <p:cNvSpPr/>
            <p:nvPr/>
          </p:nvSpPr>
          <p:spPr>
            <a:xfrm>
              <a:off x="6827506" y="1991770"/>
              <a:ext cx="4859800" cy="48598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4FDD7C0-A906-8046-81DC-108ABF78A9A7}"/>
                </a:ext>
              </a:extLst>
            </p:cNvPr>
            <p:cNvSpPr/>
            <p:nvPr/>
          </p:nvSpPr>
          <p:spPr>
            <a:xfrm>
              <a:off x="6827506" y="6827854"/>
              <a:ext cx="4859800" cy="4859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1E1A86C5-FB2B-9E4E-8ADA-0EFF6E5884F8}"/>
                </a:ext>
              </a:extLst>
            </p:cNvPr>
            <p:cNvGrpSpPr/>
            <p:nvPr/>
          </p:nvGrpSpPr>
          <p:grpSpPr>
            <a:xfrm>
              <a:off x="3396369" y="2556838"/>
              <a:ext cx="2002472" cy="2002463"/>
              <a:chOff x="564370" y="2576019"/>
              <a:chExt cx="1011013" cy="1011011"/>
            </a:xfrm>
            <a:solidFill>
              <a:schemeClr val="bg1"/>
            </a:solidFill>
          </p:grpSpPr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ACEA5D7D-2B47-7047-BB70-C2E5B9F8146D}"/>
                  </a:ext>
                </a:extLst>
              </p:cNvPr>
              <p:cNvSpPr/>
              <p:nvPr/>
            </p:nvSpPr>
            <p:spPr>
              <a:xfrm>
                <a:off x="564370" y="2677566"/>
                <a:ext cx="909464" cy="90946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13" h="1013">
                    <a:moveTo>
                      <a:pt x="970" y="463"/>
                    </a:moveTo>
                    <a:cubicBezTo>
                      <a:pt x="946" y="463"/>
                      <a:pt x="927" y="483"/>
                      <a:pt x="927" y="506"/>
                    </a:cubicBezTo>
                    <a:lnTo>
                      <a:pt x="927" y="927"/>
                    </a:lnTo>
                    <a:lnTo>
                      <a:pt x="86" y="927"/>
                    </a:lnTo>
                    <a:lnTo>
                      <a:pt x="86" y="86"/>
                    </a:lnTo>
                    <a:lnTo>
                      <a:pt x="507" y="86"/>
                    </a:lnTo>
                    <a:cubicBezTo>
                      <a:pt x="531" y="86"/>
                      <a:pt x="550" y="67"/>
                      <a:pt x="550" y="43"/>
                    </a:cubicBezTo>
                    <a:cubicBezTo>
                      <a:pt x="550" y="19"/>
                      <a:pt x="531" y="0"/>
                      <a:pt x="507" y="0"/>
                    </a:cubicBezTo>
                    <a:lnTo>
                      <a:pt x="60" y="0"/>
                    </a:lnTo>
                    <a:cubicBezTo>
                      <a:pt x="27" y="0"/>
                      <a:pt x="0" y="27"/>
                      <a:pt x="0" y="60"/>
                    </a:cubicBezTo>
                    <a:lnTo>
                      <a:pt x="0" y="952"/>
                    </a:lnTo>
                    <a:cubicBezTo>
                      <a:pt x="0" y="986"/>
                      <a:pt x="27" y="1013"/>
                      <a:pt x="60" y="1013"/>
                    </a:cubicBezTo>
                    <a:lnTo>
                      <a:pt x="952" y="1013"/>
                    </a:lnTo>
                    <a:cubicBezTo>
                      <a:pt x="986" y="1013"/>
                      <a:pt x="1013" y="986"/>
                      <a:pt x="1013" y="952"/>
                    </a:cubicBezTo>
                    <a:lnTo>
                      <a:pt x="1013" y="506"/>
                    </a:lnTo>
                    <a:cubicBezTo>
                      <a:pt x="1013" y="483"/>
                      <a:pt x="993" y="463"/>
                      <a:pt x="970" y="463"/>
                    </a:cubicBezTo>
                    <a:close/>
                  </a:path>
                </a:pathLst>
              </a:custGeom>
              <a:grpFill/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6FB24C17-C34C-624C-A176-D8D8E7C35748}"/>
                  </a:ext>
                </a:extLst>
              </p:cNvPr>
              <p:cNvSpPr/>
              <p:nvPr/>
            </p:nvSpPr>
            <p:spPr>
              <a:xfrm>
                <a:off x="1071223" y="2576019"/>
                <a:ext cx="504160" cy="50056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62" h="558">
                    <a:moveTo>
                      <a:pt x="406" y="221"/>
                    </a:moveTo>
                    <a:lnTo>
                      <a:pt x="344" y="159"/>
                    </a:lnTo>
                    <a:lnTo>
                      <a:pt x="398" y="105"/>
                    </a:lnTo>
                    <a:lnTo>
                      <a:pt x="459" y="168"/>
                    </a:lnTo>
                    <a:close/>
                    <a:moveTo>
                      <a:pt x="190" y="440"/>
                    </a:moveTo>
                    <a:lnTo>
                      <a:pt x="103" y="459"/>
                    </a:lnTo>
                    <a:lnTo>
                      <a:pt x="125" y="377"/>
                    </a:lnTo>
                    <a:lnTo>
                      <a:pt x="283" y="220"/>
                    </a:lnTo>
                    <a:lnTo>
                      <a:pt x="346" y="282"/>
                    </a:lnTo>
                    <a:close/>
                    <a:moveTo>
                      <a:pt x="550" y="139"/>
                    </a:moveTo>
                    <a:lnTo>
                      <a:pt x="430" y="14"/>
                    </a:lnTo>
                    <a:cubicBezTo>
                      <a:pt x="422" y="5"/>
                      <a:pt x="411" y="0"/>
                      <a:pt x="400" y="0"/>
                    </a:cubicBezTo>
                    <a:cubicBezTo>
                      <a:pt x="388" y="0"/>
                      <a:pt x="377" y="5"/>
                      <a:pt x="369" y="13"/>
                    </a:cubicBezTo>
                    <a:lnTo>
                      <a:pt x="56" y="325"/>
                    </a:lnTo>
                    <a:cubicBezTo>
                      <a:pt x="51" y="330"/>
                      <a:pt x="47" y="336"/>
                      <a:pt x="45" y="344"/>
                    </a:cubicBezTo>
                    <a:lnTo>
                      <a:pt x="1" y="504"/>
                    </a:lnTo>
                    <a:cubicBezTo>
                      <a:pt x="-2" y="518"/>
                      <a:pt x="1" y="534"/>
                      <a:pt x="12" y="545"/>
                    </a:cubicBezTo>
                    <a:cubicBezTo>
                      <a:pt x="20" y="553"/>
                      <a:pt x="31" y="558"/>
                      <a:pt x="43" y="558"/>
                    </a:cubicBezTo>
                    <a:cubicBezTo>
                      <a:pt x="46" y="558"/>
                      <a:pt x="49" y="558"/>
                      <a:pt x="52" y="557"/>
                    </a:cubicBezTo>
                    <a:lnTo>
                      <a:pt x="220" y="522"/>
                    </a:lnTo>
                    <a:cubicBezTo>
                      <a:pt x="228" y="520"/>
                      <a:pt x="236" y="516"/>
                      <a:pt x="242" y="510"/>
                    </a:cubicBezTo>
                    <a:lnTo>
                      <a:pt x="549" y="199"/>
                    </a:lnTo>
                    <a:cubicBezTo>
                      <a:pt x="566" y="182"/>
                      <a:pt x="566" y="156"/>
                      <a:pt x="550" y="139"/>
                    </a:cubicBezTo>
                    <a:close/>
                  </a:path>
                </a:pathLst>
              </a:custGeom>
              <a:grpFill/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86ADD5E2-12E5-E441-9151-2A2A728F88D1}"/>
                </a:ext>
              </a:extLst>
            </p:cNvPr>
            <p:cNvSpPr/>
            <p:nvPr/>
          </p:nvSpPr>
          <p:spPr>
            <a:xfrm>
              <a:off x="3402592" y="7414718"/>
              <a:ext cx="1917036" cy="180959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143" h="1079">
                  <a:moveTo>
                    <a:pt x="1057" y="705"/>
                  </a:moveTo>
                  <a:lnTo>
                    <a:pt x="1056" y="885"/>
                  </a:lnTo>
                  <a:lnTo>
                    <a:pt x="615" y="985"/>
                  </a:lnTo>
                  <a:lnTo>
                    <a:pt x="615" y="371"/>
                  </a:lnTo>
                  <a:lnTo>
                    <a:pt x="615" y="176"/>
                  </a:lnTo>
                  <a:cubicBezTo>
                    <a:pt x="615" y="175"/>
                    <a:pt x="615" y="175"/>
                    <a:pt x="615" y="174"/>
                  </a:cubicBezTo>
                  <a:lnTo>
                    <a:pt x="615" y="145"/>
                  </a:lnTo>
                  <a:lnTo>
                    <a:pt x="1057" y="91"/>
                  </a:lnTo>
                  <a:close/>
                  <a:moveTo>
                    <a:pt x="86" y="807"/>
                  </a:moveTo>
                  <a:lnTo>
                    <a:pt x="88" y="174"/>
                  </a:lnTo>
                  <a:lnTo>
                    <a:pt x="88" y="90"/>
                  </a:lnTo>
                  <a:lnTo>
                    <a:pt x="528" y="144"/>
                  </a:lnTo>
                  <a:lnTo>
                    <a:pt x="529" y="371"/>
                  </a:lnTo>
                  <a:lnTo>
                    <a:pt x="529" y="983"/>
                  </a:lnTo>
                  <a:lnTo>
                    <a:pt x="86" y="883"/>
                  </a:lnTo>
                  <a:close/>
                  <a:moveTo>
                    <a:pt x="1085" y="1"/>
                  </a:moveTo>
                  <a:cubicBezTo>
                    <a:pt x="1084" y="1"/>
                    <a:pt x="1082" y="2"/>
                    <a:pt x="1080" y="2"/>
                  </a:cubicBezTo>
                  <a:lnTo>
                    <a:pt x="582" y="63"/>
                  </a:lnTo>
                  <a:cubicBezTo>
                    <a:pt x="579" y="63"/>
                    <a:pt x="577" y="63"/>
                    <a:pt x="574" y="64"/>
                  </a:cubicBezTo>
                  <a:cubicBezTo>
                    <a:pt x="570" y="62"/>
                    <a:pt x="565" y="61"/>
                    <a:pt x="560" y="61"/>
                  </a:cubicBezTo>
                  <a:lnTo>
                    <a:pt x="65" y="0"/>
                  </a:lnTo>
                  <a:cubicBezTo>
                    <a:pt x="63" y="0"/>
                    <a:pt x="61" y="0"/>
                    <a:pt x="59" y="0"/>
                  </a:cubicBezTo>
                  <a:cubicBezTo>
                    <a:pt x="28" y="0"/>
                    <a:pt x="2" y="27"/>
                    <a:pt x="2" y="61"/>
                  </a:cubicBezTo>
                  <a:lnTo>
                    <a:pt x="2" y="174"/>
                  </a:lnTo>
                  <a:lnTo>
                    <a:pt x="0" y="807"/>
                  </a:lnTo>
                  <a:lnTo>
                    <a:pt x="0" y="903"/>
                  </a:lnTo>
                  <a:cubicBezTo>
                    <a:pt x="0" y="934"/>
                    <a:pt x="23" y="960"/>
                    <a:pt x="52" y="964"/>
                  </a:cubicBezTo>
                  <a:lnTo>
                    <a:pt x="548" y="1076"/>
                  </a:lnTo>
                  <a:cubicBezTo>
                    <a:pt x="551" y="1077"/>
                    <a:pt x="555" y="1077"/>
                    <a:pt x="558" y="1077"/>
                  </a:cubicBezTo>
                  <a:cubicBezTo>
                    <a:pt x="562" y="1077"/>
                    <a:pt x="565" y="1077"/>
                    <a:pt x="569" y="1076"/>
                  </a:cubicBezTo>
                  <a:cubicBezTo>
                    <a:pt x="575" y="1078"/>
                    <a:pt x="581" y="1079"/>
                    <a:pt x="587" y="1079"/>
                  </a:cubicBezTo>
                  <a:cubicBezTo>
                    <a:pt x="590" y="1079"/>
                    <a:pt x="593" y="1078"/>
                    <a:pt x="597" y="1078"/>
                  </a:cubicBezTo>
                  <a:lnTo>
                    <a:pt x="1091" y="966"/>
                  </a:lnTo>
                  <a:cubicBezTo>
                    <a:pt x="1119" y="962"/>
                    <a:pt x="1142" y="936"/>
                    <a:pt x="1142" y="905"/>
                  </a:cubicBezTo>
                  <a:lnTo>
                    <a:pt x="1143" y="705"/>
                  </a:lnTo>
                  <a:lnTo>
                    <a:pt x="1143" y="63"/>
                  </a:lnTo>
                  <a:cubicBezTo>
                    <a:pt x="1143" y="29"/>
                    <a:pt x="1117" y="1"/>
                    <a:pt x="1085" y="1"/>
                  </a:cubicBezTo>
                  <a:close/>
                </a:path>
              </a:pathLst>
            </a:custGeom>
            <a:solidFill>
              <a:schemeClr val="bg1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733B262-714C-A74A-A735-31F07E168384}"/>
                </a:ext>
              </a:extLst>
            </p:cNvPr>
            <p:cNvGrpSpPr/>
            <p:nvPr/>
          </p:nvGrpSpPr>
          <p:grpSpPr>
            <a:xfrm>
              <a:off x="8763074" y="2490959"/>
              <a:ext cx="988664" cy="2068342"/>
              <a:chOff x="4831810" y="6013098"/>
              <a:chExt cx="199440" cy="417240"/>
            </a:xfrm>
            <a:solidFill>
              <a:schemeClr val="bg1"/>
            </a:solidFill>
          </p:grpSpPr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049C882B-5166-FC4D-9F55-7D289AE17E41}"/>
                  </a:ext>
                </a:extLst>
              </p:cNvPr>
              <p:cNvSpPr/>
              <p:nvPr/>
            </p:nvSpPr>
            <p:spPr>
              <a:xfrm>
                <a:off x="4831810" y="6121458"/>
                <a:ext cx="199440" cy="30888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55" h="859">
                    <a:moveTo>
                      <a:pt x="242" y="86"/>
                    </a:moveTo>
                    <a:lnTo>
                      <a:pt x="311" y="87"/>
                    </a:lnTo>
                    <a:lnTo>
                      <a:pt x="308" y="772"/>
                    </a:lnTo>
                    <a:lnTo>
                      <a:pt x="240" y="772"/>
                    </a:lnTo>
                    <a:close/>
                    <a:moveTo>
                      <a:pt x="512" y="772"/>
                    </a:moveTo>
                    <a:lnTo>
                      <a:pt x="394" y="772"/>
                    </a:lnTo>
                    <a:lnTo>
                      <a:pt x="397" y="44"/>
                    </a:lnTo>
                    <a:cubicBezTo>
                      <a:pt x="397" y="21"/>
                      <a:pt x="379" y="2"/>
                      <a:pt x="355" y="1"/>
                    </a:cubicBezTo>
                    <a:lnTo>
                      <a:pt x="354" y="1"/>
                    </a:lnTo>
                    <a:lnTo>
                      <a:pt x="201" y="0"/>
                    </a:lnTo>
                    <a:lnTo>
                      <a:pt x="200" y="0"/>
                    </a:lnTo>
                    <a:cubicBezTo>
                      <a:pt x="185" y="0"/>
                      <a:pt x="173" y="7"/>
                      <a:pt x="165" y="18"/>
                    </a:cubicBezTo>
                    <a:lnTo>
                      <a:pt x="17" y="167"/>
                    </a:lnTo>
                    <a:cubicBezTo>
                      <a:pt x="0" y="183"/>
                      <a:pt x="0" y="211"/>
                      <a:pt x="17" y="227"/>
                    </a:cubicBezTo>
                    <a:cubicBezTo>
                      <a:pt x="25" y="236"/>
                      <a:pt x="36" y="240"/>
                      <a:pt x="47" y="240"/>
                    </a:cubicBezTo>
                    <a:cubicBezTo>
                      <a:pt x="58" y="240"/>
                      <a:pt x="69" y="236"/>
                      <a:pt x="78" y="227"/>
                    </a:cubicBezTo>
                    <a:lnTo>
                      <a:pt x="156" y="149"/>
                    </a:lnTo>
                    <a:lnTo>
                      <a:pt x="154" y="772"/>
                    </a:lnTo>
                    <a:lnTo>
                      <a:pt x="43" y="772"/>
                    </a:lnTo>
                    <a:cubicBezTo>
                      <a:pt x="20" y="772"/>
                      <a:pt x="0" y="792"/>
                      <a:pt x="0" y="815"/>
                    </a:cubicBezTo>
                    <a:cubicBezTo>
                      <a:pt x="0" y="839"/>
                      <a:pt x="20" y="858"/>
                      <a:pt x="43" y="858"/>
                    </a:cubicBezTo>
                    <a:lnTo>
                      <a:pt x="196" y="858"/>
                    </a:lnTo>
                    <a:lnTo>
                      <a:pt x="343" y="858"/>
                    </a:lnTo>
                    <a:cubicBezTo>
                      <a:pt x="346" y="859"/>
                      <a:pt x="348" y="859"/>
                      <a:pt x="350" y="859"/>
                    </a:cubicBezTo>
                    <a:lnTo>
                      <a:pt x="351" y="859"/>
                    </a:lnTo>
                    <a:cubicBezTo>
                      <a:pt x="353" y="859"/>
                      <a:pt x="356" y="859"/>
                      <a:pt x="358" y="858"/>
                    </a:cubicBezTo>
                    <a:lnTo>
                      <a:pt x="512" y="858"/>
                    </a:lnTo>
                    <a:cubicBezTo>
                      <a:pt x="536" y="858"/>
                      <a:pt x="555" y="839"/>
                      <a:pt x="555" y="815"/>
                    </a:cubicBezTo>
                    <a:cubicBezTo>
                      <a:pt x="555" y="792"/>
                      <a:pt x="536" y="772"/>
                      <a:pt x="512" y="772"/>
                    </a:cubicBezTo>
                    <a:close/>
                  </a:path>
                </a:pathLst>
              </a:custGeom>
              <a:grpFill/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FE5ADF7C-2978-0F41-B403-4A150B900310}"/>
                  </a:ext>
                </a:extLst>
              </p:cNvPr>
              <p:cNvSpPr/>
              <p:nvPr/>
            </p:nvSpPr>
            <p:spPr>
              <a:xfrm>
                <a:off x="4890130" y="6013098"/>
                <a:ext cx="86400" cy="860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1" h="240">
                    <a:moveTo>
                      <a:pt x="121" y="86"/>
                    </a:moveTo>
                    <a:cubicBezTo>
                      <a:pt x="140" y="86"/>
                      <a:pt x="155" y="101"/>
                      <a:pt x="155" y="120"/>
                    </a:cubicBezTo>
                    <a:cubicBezTo>
                      <a:pt x="155" y="139"/>
                      <a:pt x="140" y="154"/>
                      <a:pt x="121" y="154"/>
                    </a:cubicBezTo>
                    <a:cubicBezTo>
                      <a:pt x="102" y="154"/>
                      <a:pt x="87" y="139"/>
                      <a:pt x="87" y="120"/>
                    </a:cubicBezTo>
                    <a:cubicBezTo>
                      <a:pt x="87" y="101"/>
                      <a:pt x="102" y="86"/>
                      <a:pt x="121" y="86"/>
                    </a:cubicBezTo>
                    <a:close/>
                    <a:moveTo>
                      <a:pt x="121" y="240"/>
                    </a:moveTo>
                    <a:cubicBezTo>
                      <a:pt x="187" y="240"/>
                      <a:pt x="241" y="186"/>
                      <a:pt x="241" y="120"/>
                    </a:cubicBezTo>
                    <a:cubicBezTo>
                      <a:pt x="241" y="54"/>
                      <a:pt x="187" y="0"/>
                      <a:pt x="121" y="0"/>
                    </a:cubicBezTo>
                    <a:cubicBezTo>
                      <a:pt x="54" y="0"/>
                      <a:pt x="0" y="54"/>
                      <a:pt x="0" y="120"/>
                    </a:cubicBezTo>
                    <a:cubicBezTo>
                      <a:pt x="0" y="186"/>
                      <a:pt x="54" y="240"/>
                      <a:pt x="121" y="240"/>
                    </a:cubicBezTo>
                    <a:close/>
                  </a:path>
                </a:pathLst>
              </a:custGeom>
              <a:grpFill/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BF860E6-BA6F-E542-AB91-1E0D53CD70CD}"/>
                </a:ext>
              </a:extLst>
            </p:cNvPr>
            <p:cNvSpPr/>
            <p:nvPr/>
          </p:nvSpPr>
          <p:spPr>
            <a:xfrm>
              <a:off x="2590085" y="5072297"/>
              <a:ext cx="3632887" cy="19389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Montserrat SemiBold" pitchFamily="2" charset="77"/>
                  <a:ea typeface="Lato" panose="020F0502020204030203" pitchFamily="34" charset="0"/>
                  <a:cs typeface="Lato" panose="020F0502020204030203" pitchFamily="34" charset="0"/>
                </a:rPr>
                <a:t>Highlight important data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F4ABDEF-56BD-D84D-B92F-483B06207AB0}"/>
                </a:ext>
              </a:extLst>
            </p:cNvPr>
            <p:cNvSpPr/>
            <p:nvPr/>
          </p:nvSpPr>
          <p:spPr>
            <a:xfrm>
              <a:off x="7449885" y="5072297"/>
              <a:ext cx="3632887" cy="648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Montserrat SemiBold" pitchFamily="2" charset="77"/>
                  <a:ea typeface="Lato" panose="020F0502020204030203" pitchFamily="34" charset="0"/>
                  <a:cs typeface="Lato" panose="020F0502020204030203" pitchFamily="34" charset="0"/>
                </a:rPr>
                <a:t>Identify trends 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13C4251-945C-B342-B962-C083D211FAAE}"/>
                </a:ext>
              </a:extLst>
            </p:cNvPr>
            <p:cNvSpPr/>
            <p:nvPr/>
          </p:nvSpPr>
          <p:spPr>
            <a:xfrm>
              <a:off x="2080153" y="9506739"/>
              <a:ext cx="4561911" cy="23406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4000" b="1" dirty="0">
                  <a:solidFill>
                    <a:schemeClr val="bg1"/>
                  </a:solidFill>
                  <a:latin typeface="Montserrat SemiBold" pitchFamily="2" charset="77"/>
                  <a:ea typeface="Lato" panose="020F0502020204030203" pitchFamily="34" charset="0"/>
                  <a:cs typeface="Lato" panose="020F0502020204030203" pitchFamily="34" charset="0"/>
                </a:rPr>
                <a:t>Improve readability and interpretation of data</a:t>
              </a:r>
              <a:endParaRPr lang="en-US" sz="4000" b="1" dirty="0">
                <a:solidFill>
                  <a:schemeClr val="bg1"/>
                </a:solidFill>
                <a:latin typeface="Montserrat SemiBold" pitchFamily="2" charset="77"/>
                <a:ea typeface="Lato" panose="020F0502020204030203" pitchFamily="34" charset="0"/>
                <a:cs typeface="Lato" panose="020F0502020204030203" pitchFamily="34" charset="0"/>
              </a:endParaRPr>
            </a:p>
            <a:p>
              <a:pPr algn="ctr"/>
              <a:endParaRPr lang="en-US" sz="4000" b="1" dirty="0">
                <a:solidFill>
                  <a:schemeClr val="bg1"/>
                </a:solidFill>
                <a:latin typeface="Montserrat SemiBold" pitchFamily="2" charset="77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F9BAC039-04EE-5742-972E-C7AFD39018CA}"/>
                </a:ext>
              </a:extLst>
            </p:cNvPr>
            <p:cNvGrpSpPr/>
            <p:nvPr/>
          </p:nvGrpSpPr>
          <p:grpSpPr>
            <a:xfrm>
              <a:off x="7996195" y="7595239"/>
              <a:ext cx="2522422" cy="1564080"/>
              <a:chOff x="7251449" y="11388512"/>
              <a:chExt cx="1466646" cy="909428"/>
            </a:xfrm>
            <a:solidFill>
              <a:schemeClr val="bg1"/>
            </a:solidFill>
          </p:grpSpPr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4C0945B0-2EFE-E044-BEE4-B31423E95DBA}"/>
                  </a:ext>
                </a:extLst>
              </p:cNvPr>
              <p:cNvSpPr/>
              <p:nvPr/>
            </p:nvSpPr>
            <p:spPr>
              <a:xfrm>
                <a:off x="7388947" y="11388512"/>
                <a:ext cx="1191650" cy="76388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27" h="851">
                    <a:moveTo>
                      <a:pt x="86" y="765"/>
                    </a:moveTo>
                    <a:lnTo>
                      <a:pt x="1241" y="765"/>
                    </a:lnTo>
                    <a:lnTo>
                      <a:pt x="1241" y="86"/>
                    </a:lnTo>
                    <a:lnTo>
                      <a:pt x="86" y="86"/>
                    </a:lnTo>
                    <a:close/>
                    <a:moveTo>
                      <a:pt x="1261" y="851"/>
                    </a:moveTo>
                    <a:lnTo>
                      <a:pt x="66" y="851"/>
                    </a:lnTo>
                    <a:cubicBezTo>
                      <a:pt x="30" y="851"/>
                      <a:pt x="0" y="822"/>
                      <a:pt x="0" y="787"/>
                    </a:cubicBezTo>
                    <a:lnTo>
                      <a:pt x="0" y="64"/>
                    </a:lnTo>
                    <a:cubicBezTo>
                      <a:pt x="0" y="29"/>
                      <a:pt x="30" y="0"/>
                      <a:pt x="66" y="0"/>
                    </a:cubicBezTo>
                    <a:lnTo>
                      <a:pt x="1261" y="0"/>
                    </a:lnTo>
                    <a:cubicBezTo>
                      <a:pt x="1297" y="0"/>
                      <a:pt x="1327" y="29"/>
                      <a:pt x="1327" y="64"/>
                    </a:cubicBezTo>
                    <a:lnTo>
                      <a:pt x="1327" y="787"/>
                    </a:lnTo>
                    <a:cubicBezTo>
                      <a:pt x="1327" y="822"/>
                      <a:pt x="1297" y="851"/>
                      <a:pt x="1261" y="851"/>
                    </a:cubicBezTo>
                    <a:close/>
                  </a:path>
                </a:pathLst>
              </a:custGeom>
              <a:grpFill/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FCB8222A-0A17-2E42-B0EE-5591A1C35CD2}"/>
                  </a:ext>
                </a:extLst>
              </p:cNvPr>
              <p:cNvSpPr/>
              <p:nvPr/>
            </p:nvSpPr>
            <p:spPr>
              <a:xfrm>
                <a:off x="7251449" y="12220654"/>
                <a:ext cx="1466646" cy="7728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33" h="87">
                    <a:moveTo>
                      <a:pt x="1589" y="87"/>
                    </a:moveTo>
                    <a:lnTo>
                      <a:pt x="43" y="87"/>
                    </a:lnTo>
                    <a:cubicBezTo>
                      <a:pt x="20" y="87"/>
                      <a:pt x="0" y="67"/>
                      <a:pt x="0" y="43"/>
                    </a:cubicBezTo>
                    <a:cubicBezTo>
                      <a:pt x="0" y="20"/>
                      <a:pt x="20" y="0"/>
                      <a:pt x="43" y="0"/>
                    </a:cubicBezTo>
                    <a:lnTo>
                      <a:pt x="1589" y="0"/>
                    </a:lnTo>
                    <a:cubicBezTo>
                      <a:pt x="1613" y="0"/>
                      <a:pt x="1633" y="20"/>
                      <a:pt x="1633" y="43"/>
                    </a:cubicBezTo>
                    <a:cubicBezTo>
                      <a:pt x="1633" y="67"/>
                      <a:pt x="1613" y="87"/>
                      <a:pt x="1589" y="87"/>
                    </a:cubicBezTo>
                    <a:close/>
                  </a:path>
                </a:pathLst>
              </a:custGeom>
              <a:grpFill/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0A92607E-D07D-8045-A256-1FD20560FF49}"/>
                </a:ext>
              </a:extLst>
            </p:cNvPr>
            <p:cNvSpPr/>
            <p:nvPr/>
          </p:nvSpPr>
          <p:spPr>
            <a:xfrm>
              <a:off x="7449885" y="9557521"/>
              <a:ext cx="3632887" cy="17766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Montserrat SemiBold" pitchFamily="2" charset="77"/>
                  <a:ea typeface="Lato" panose="020F0502020204030203" pitchFamily="34" charset="0"/>
                  <a:cs typeface="Lato" panose="020F0502020204030203" pitchFamily="34" charset="0"/>
                </a:rPr>
                <a:t>Automate visual analysis</a:t>
              </a:r>
            </a:p>
            <a:p>
              <a:pPr algn="ctr"/>
              <a:endParaRPr lang="en-US" sz="4000" b="1" dirty="0">
                <a:solidFill>
                  <a:schemeClr val="bg1"/>
                </a:solidFill>
                <a:latin typeface="Montserrat SemiBold" pitchFamily="2" charset="77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1889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82251833-9E87-88E4-3A91-7CDE6B6FAF5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49" r="9539" b="48198"/>
          <a:stretch/>
        </p:blipFill>
        <p:spPr>
          <a:xfrm>
            <a:off x="1650999" y="3134056"/>
            <a:ext cx="6281520" cy="743597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4F10C8F-FFCF-BF45-9E4E-A67121403AAE}"/>
              </a:ext>
            </a:extLst>
          </p:cNvPr>
          <p:cNvSpPr/>
          <p:nvPr/>
        </p:nvSpPr>
        <p:spPr>
          <a:xfrm rot="10800000" flipV="1">
            <a:off x="9677399" y="1828801"/>
            <a:ext cx="14700247" cy="25321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DD2431-7841-BA48-98B9-25B55402B936}"/>
              </a:ext>
            </a:extLst>
          </p:cNvPr>
          <p:cNvSpPr txBox="1"/>
          <p:nvPr/>
        </p:nvSpPr>
        <p:spPr>
          <a:xfrm>
            <a:off x="13819949" y="2472337"/>
            <a:ext cx="12561369" cy="13234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chemeClr val="bg1"/>
                </a:solidFill>
                <a:latin typeface="Montserrat SemiBold" pitchFamily="2" charset="77"/>
                <a:ea typeface="Lato" panose="020F0502020204030203" pitchFamily="34" charset="0"/>
                <a:cs typeface="Lato" panose="020F0502020204030203" pitchFamily="34" charset="0"/>
              </a:rPr>
              <a:t>Types Of it!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9684C7-7B6B-19C4-EB3C-DC48313058F2}"/>
              </a:ext>
            </a:extLst>
          </p:cNvPr>
          <p:cNvSpPr/>
          <p:nvPr/>
        </p:nvSpPr>
        <p:spPr>
          <a:xfrm>
            <a:off x="11824966" y="5312497"/>
            <a:ext cx="7625084" cy="60668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lnSpc>
                <a:spcPct val="200000"/>
              </a:lnSpc>
              <a:buFont typeface="+mj-lt"/>
              <a:buAutoNum type="arabicPeriod"/>
            </a:pPr>
            <a:r>
              <a:rPr lang="en-GB" sz="4000" b="1" dirty="0">
                <a:solidFill>
                  <a:schemeClr val="tx2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Highlight Cell Rules </a:t>
            </a:r>
          </a:p>
          <a:p>
            <a:pPr marL="742950" indent="-742950">
              <a:lnSpc>
                <a:spcPct val="200000"/>
              </a:lnSpc>
              <a:buFont typeface="+mj-lt"/>
              <a:buAutoNum type="arabicPeriod"/>
            </a:pPr>
            <a:r>
              <a:rPr lang="en-GB" sz="4000" b="1" dirty="0">
                <a:solidFill>
                  <a:schemeClr val="tx2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Top/Bottom Rules</a:t>
            </a:r>
          </a:p>
          <a:p>
            <a:pPr marL="742950" indent="-742950">
              <a:lnSpc>
                <a:spcPct val="200000"/>
              </a:lnSpc>
              <a:buFont typeface="+mj-lt"/>
              <a:buAutoNum type="arabicPeriod"/>
            </a:pPr>
            <a:r>
              <a:rPr lang="en-GB" sz="4000" b="1" dirty="0">
                <a:solidFill>
                  <a:schemeClr val="tx2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Data Bars</a:t>
            </a:r>
          </a:p>
          <a:p>
            <a:pPr marL="742950" indent="-742950">
              <a:lnSpc>
                <a:spcPct val="200000"/>
              </a:lnSpc>
              <a:buFont typeface="+mj-lt"/>
              <a:buAutoNum type="arabicPeriod"/>
            </a:pPr>
            <a:r>
              <a:rPr lang="en-GB" sz="4000" b="1" dirty="0" err="1">
                <a:solidFill>
                  <a:schemeClr val="tx2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Color</a:t>
            </a:r>
            <a:r>
              <a:rPr lang="en-GB" sz="4000" b="1" dirty="0">
                <a:solidFill>
                  <a:schemeClr val="tx2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 Scales</a:t>
            </a:r>
          </a:p>
          <a:p>
            <a:pPr marL="742950" indent="-742950">
              <a:lnSpc>
                <a:spcPct val="200000"/>
              </a:lnSpc>
              <a:buFont typeface="+mj-lt"/>
              <a:buAutoNum type="arabicPeriod"/>
            </a:pPr>
            <a:r>
              <a:rPr lang="en-GB" sz="4000" b="1" dirty="0">
                <a:solidFill>
                  <a:schemeClr val="tx2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Icon Sets</a:t>
            </a:r>
          </a:p>
        </p:txBody>
      </p:sp>
    </p:spTree>
    <p:extLst>
      <p:ext uri="{BB962C8B-B14F-4D97-AF65-F5344CB8AC3E}">
        <p14:creationId xmlns:p14="http://schemas.microsoft.com/office/powerpoint/2010/main" val="1638133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CFFA0-6DB4-484D-4174-ECAC43521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31B4F19-1A84-E42D-1825-214641E1E295}"/>
              </a:ext>
            </a:extLst>
          </p:cNvPr>
          <p:cNvSpPr/>
          <p:nvPr/>
        </p:nvSpPr>
        <p:spPr>
          <a:xfrm rot="10800000" flipV="1">
            <a:off x="-10" y="1"/>
            <a:ext cx="2437766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4F68A6F-5684-140A-2D71-7183B12B6FA1}"/>
              </a:ext>
            </a:extLst>
          </p:cNvPr>
          <p:cNvSpPr/>
          <p:nvPr/>
        </p:nvSpPr>
        <p:spPr>
          <a:xfrm>
            <a:off x="0" y="6858002"/>
            <a:ext cx="24377650" cy="68579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5C739D-037E-4B9D-19F1-A9412365A8E8}"/>
              </a:ext>
            </a:extLst>
          </p:cNvPr>
          <p:cNvSpPr txBox="1"/>
          <p:nvPr/>
        </p:nvSpPr>
        <p:spPr>
          <a:xfrm>
            <a:off x="7335619" y="1523516"/>
            <a:ext cx="9706402" cy="1323439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8000" b="1" dirty="0">
                <a:solidFill>
                  <a:srgbClr val="373737"/>
                </a:solidFill>
                <a:latin typeface="Montserrat SemiBold" pitchFamily="2" charset="77"/>
                <a:ea typeface="Roboto Medium" panose="02000000000000000000" pitchFamily="2" charset="0"/>
                <a:cs typeface="Poppins Medium" pitchFamily="2" charset="77"/>
              </a:rPr>
              <a:t>How to Apply ?</a:t>
            </a:r>
            <a:endParaRPr lang="en-US" sz="8000" b="1" dirty="0">
              <a:solidFill>
                <a:srgbClr val="373737"/>
              </a:solidFill>
              <a:latin typeface="Montserrat SemiBold" pitchFamily="2" charset="77"/>
              <a:ea typeface="Roboto Medium" panose="02000000000000000000" pitchFamily="2" charset="0"/>
              <a:cs typeface="Poppins Medium" pitchFamily="2" charset="77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C8820A9-DBFB-FEDE-017E-9813AB9916D4}"/>
              </a:ext>
            </a:extLst>
          </p:cNvPr>
          <p:cNvSpPr/>
          <p:nvPr/>
        </p:nvSpPr>
        <p:spPr>
          <a:xfrm>
            <a:off x="1904119" y="3652645"/>
            <a:ext cx="20569401" cy="18349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 algn="ctr">
              <a:lnSpc>
                <a:spcPct val="150000"/>
              </a:lnSpc>
              <a:buFont typeface="+mj-lt"/>
              <a:buAutoNum type="arabicPeriod"/>
            </a:pPr>
            <a:r>
              <a:rPr lang="en-US" sz="4000" b="1" dirty="0">
                <a:solidFill>
                  <a:srgbClr val="F2F2F2"/>
                </a:solidFill>
                <a:latin typeface="Montserrat SemiBold" pitchFamily="2" charset="77"/>
                <a:ea typeface="Lato" panose="020F0502020204030203" pitchFamily="34" charset="0"/>
                <a:cs typeface="Lato" panose="020F0502020204030203" pitchFamily="34" charset="0"/>
              </a:rPr>
              <a:t>Select Range &gt; Home &gt; Conditional Formatting &gt; Choose a rule</a:t>
            </a:r>
          </a:p>
          <a:p>
            <a:pPr marL="742950" indent="-742950" algn="ctr">
              <a:lnSpc>
                <a:spcPct val="150000"/>
              </a:lnSpc>
              <a:buFont typeface="+mj-lt"/>
              <a:buAutoNum type="arabicPeriod"/>
            </a:pPr>
            <a:r>
              <a:rPr lang="en-US" sz="4000" b="1" dirty="0">
                <a:solidFill>
                  <a:srgbClr val="F2F2F2"/>
                </a:solidFill>
                <a:latin typeface="Montserrat SemiBold" pitchFamily="2" charset="77"/>
                <a:ea typeface="Lato" panose="020F0502020204030203" pitchFamily="34" charset="0"/>
                <a:cs typeface="Lato" panose="020F0502020204030203" pitchFamily="34" charset="0"/>
              </a:rPr>
              <a:t>Select Range &gt; ALT + H + L &gt; Choose a rule</a:t>
            </a:r>
          </a:p>
        </p:txBody>
      </p:sp>
      <p:sp>
        <p:nvSpPr>
          <p:cNvPr id="2" name="Rectangle 1">
            <a:hlinkClick r:id="rId2" action="ppaction://hlinkfile"/>
            <a:extLst>
              <a:ext uri="{FF2B5EF4-FFF2-40B4-BE49-F238E27FC236}">
                <a16:creationId xmlns:a16="http://schemas.microsoft.com/office/drawing/2014/main" id="{6F89823A-72CD-AAF7-EB5A-15949EC31391}"/>
              </a:ext>
            </a:extLst>
          </p:cNvPr>
          <p:cNvSpPr/>
          <p:nvPr/>
        </p:nvSpPr>
        <p:spPr>
          <a:xfrm>
            <a:off x="7335620" y="9140216"/>
            <a:ext cx="9706402" cy="1746320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0" b="1" dirty="0">
                <a:solidFill>
                  <a:schemeClr val="bg1"/>
                </a:solidFill>
                <a:latin typeface="Montserrat SemiBold" pitchFamily="2" charset="77"/>
                <a:ea typeface="Roboto Medium" panose="02000000000000000000" pitchFamily="2" charset="0"/>
                <a:cs typeface="Poppins Medium" pitchFamily="2" charset="77"/>
              </a:rPr>
              <a:t>Examples</a:t>
            </a:r>
            <a:endParaRPr lang="en-US" sz="8000" b="1" dirty="0">
              <a:solidFill>
                <a:schemeClr val="bg1"/>
              </a:solidFill>
              <a:latin typeface="Montserrat SemiBold" pitchFamily="2" charset="77"/>
              <a:ea typeface="Roboto Medium" panose="02000000000000000000" pitchFamily="2" charset="0"/>
              <a:cs typeface="Poppi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13300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FC82BCE-ED24-AE45-84AE-A94D3CAB13A6}"/>
              </a:ext>
            </a:extLst>
          </p:cNvPr>
          <p:cNvSpPr/>
          <p:nvPr/>
        </p:nvSpPr>
        <p:spPr>
          <a:xfrm rot="10800000" flipV="1">
            <a:off x="-8" y="0"/>
            <a:ext cx="16103747" cy="137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D1AB090-9766-DC4B-A4DD-A58342C61D91}"/>
              </a:ext>
            </a:extLst>
          </p:cNvPr>
          <p:cNvGrpSpPr/>
          <p:nvPr/>
        </p:nvGrpSpPr>
        <p:grpSpPr>
          <a:xfrm>
            <a:off x="1411177" y="5378428"/>
            <a:ext cx="13725471" cy="5861216"/>
            <a:chOff x="1800383" y="6178688"/>
            <a:chExt cx="12127983" cy="5861216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BF992C7-66A4-4F44-AE4D-E774F1CF2FBC}"/>
                </a:ext>
              </a:extLst>
            </p:cNvPr>
            <p:cNvSpPr txBox="1"/>
            <p:nvPr/>
          </p:nvSpPr>
          <p:spPr>
            <a:xfrm>
              <a:off x="1800383" y="6178688"/>
              <a:ext cx="11205519" cy="25545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8000" b="1" dirty="0">
                  <a:solidFill>
                    <a:schemeClr val="bg1"/>
                  </a:solidFill>
                  <a:latin typeface="Montserrat SemiBold" pitchFamily="2" charset="77"/>
                  <a:ea typeface="Lato" panose="020F0502020204030203" pitchFamily="34" charset="0"/>
                  <a:cs typeface="Lato" panose="020F0502020204030203" pitchFamily="34" charset="0"/>
                </a:rPr>
                <a:t>Conditional Formatting</a:t>
              </a:r>
            </a:p>
          </p:txBody>
        </p:sp>
        <p:sp>
          <p:nvSpPr>
            <p:cNvPr id="29" name="Subtitle 2">
              <a:extLst>
                <a:ext uri="{FF2B5EF4-FFF2-40B4-BE49-F238E27FC236}">
                  <a16:creationId xmlns:a16="http://schemas.microsoft.com/office/drawing/2014/main" id="{8BCE050B-9AAE-B14F-8569-C5EBCBB29961}"/>
                </a:ext>
              </a:extLst>
            </p:cNvPr>
            <p:cNvSpPr txBox="1">
              <a:spLocks/>
            </p:cNvSpPr>
            <p:nvPr/>
          </p:nvSpPr>
          <p:spPr>
            <a:xfrm>
              <a:off x="2643179" y="7773083"/>
              <a:ext cx="11285187" cy="4266821"/>
            </a:xfrm>
            <a:prstGeom prst="rect">
              <a:avLst/>
            </a:prstGeom>
          </p:spPr>
          <p:txBody>
            <a:bodyPr vert="horz" wrap="square" lIns="217433" tIns="108718" rIns="217433" bIns="108718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57200" indent="-457200" algn="l">
                <a:lnSpc>
                  <a:spcPts val="4299"/>
                </a:lnSpc>
                <a:buFont typeface="Arial" panose="020B0604020202020204" pitchFamily="34" charset="0"/>
                <a:buChar char="•"/>
              </a:pPr>
              <a:r>
                <a:rPr lang="en-GB" sz="4800" dirty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Makes your data visually insightful.</a:t>
              </a:r>
            </a:p>
            <a:p>
              <a:pPr marL="457200" indent="-457200" algn="l">
                <a:lnSpc>
                  <a:spcPts val="4299"/>
                </a:lnSpc>
                <a:buFont typeface="Arial" panose="020B0604020202020204" pitchFamily="34" charset="0"/>
                <a:buChar char="•"/>
              </a:pPr>
              <a:r>
                <a:rPr lang="en-GB" sz="4800" dirty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Easy to highlight key trends.</a:t>
              </a:r>
            </a:p>
            <a:p>
              <a:pPr marL="457200" indent="-457200" algn="l">
                <a:lnSpc>
                  <a:spcPts val="4299"/>
                </a:lnSpc>
                <a:buFont typeface="Arial" panose="020B0604020202020204" pitchFamily="34" charset="0"/>
                <a:buChar char="•"/>
              </a:pPr>
              <a:r>
                <a:rPr lang="en-GB" sz="4800" dirty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It saves plenty of time.</a:t>
              </a:r>
            </a:p>
            <a:p>
              <a:pPr marL="457200" indent="-457200" algn="l">
                <a:lnSpc>
                  <a:spcPts val="4299"/>
                </a:lnSpc>
                <a:buFont typeface="Arial" panose="020B0604020202020204" pitchFamily="34" charset="0"/>
                <a:buChar char="•"/>
              </a:pPr>
              <a:r>
                <a:rPr lang="en-GB" sz="4800" dirty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It enhance presentations.</a:t>
              </a:r>
            </a:p>
            <a:p>
              <a:pPr marL="457200" indent="-457200" algn="l">
                <a:lnSpc>
                  <a:spcPts val="4299"/>
                </a:lnSpc>
                <a:buFont typeface="Arial" panose="020B0604020202020204" pitchFamily="34" charset="0"/>
                <a:buChar char="•"/>
              </a:pPr>
              <a:r>
                <a:rPr lang="en-GB" sz="4800" dirty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Easy to understand by anyone.</a:t>
              </a:r>
            </a:p>
            <a:p>
              <a:pPr marL="457200" indent="-457200" algn="l">
                <a:lnSpc>
                  <a:spcPts val="4299"/>
                </a:lnSpc>
                <a:buFont typeface="Arial" panose="020B0604020202020204" pitchFamily="34" charset="0"/>
                <a:buChar char="•"/>
              </a:pPr>
              <a:r>
                <a:rPr lang="en-GB" sz="4800" dirty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It can Highlight Duplicate Quickly.</a:t>
              </a:r>
              <a:endParaRPr lang="en-US" sz="4800" dirty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F90493A5-6C5B-4F4B-B4FD-355303357515}"/>
              </a:ext>
            </a:extLst>
          </p:cNvPr>
          <p:cNvSpPr/>
          <p:nvPr/>
        </p:nvSpPr>
        <p:spPr>
          <a:xfrm rot="10800000" flipV="1">
            <a:off x="0" y="1828801"/>
            <a:ext cx="12573000" cy="20954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812656-33E9-8841-83F9-95A855DA9B41}"/>
              </a:ext>
            </a:extLst>
          </p:cNvPr>
          <p:cNvSpPr txBox="1"/>
          <p:nvPr/>
        </p:nvSpPr>
        <p:spPr>
          <a:xfrm>
            <a:off x="1800383" y="2553384"/>
            <a:ext cx="78008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6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Lato" panose="020F0502020204030203" pitchFamily="34" charset="0"/>
              </a:rPr>
              <a:t>CONCLUSION</a:t>
            </a:r>
          </a:p>
        </p:txBody>
      </p:sp>
      <p:pic>
        <p:nvPicPr>
          <p:cNvPr id="15" name="Picture 14" descr="A person holding a computer and raising his fist">
            <a:extLst>
              <a:ext uri="{FF2B5EF4-FFF2-40B4-BE49-F238E27FC236}">
                <a16:creationId xmlns:a16="http://schemas.microsoft.com/office/drawing/2014/main" id="{38E8A730-79BE-85D2-2B7E-2ED73818DE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03" b="4849"/>
          <a:stretch/>
        </p:blipFill>
        <p:spPr>
          <a:xfrm>
            <a:off x="16103738" y="0"/>
            <a:ext cx="8273911" cy="1371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510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033BA67-E0AF-4F45-AC59-548701C43E31}"/>
              </a:ext>
            </a:extLst>
          </p:cNvPr>
          <p:cNvSpPr/>
          <p:nvPr/>
        </p:nvSpPr>
        <p:spPr>
          <a:xfrm rot="10800000" flipV="1">
            <a:off x="-3" y="0"/>
            <a:ext cx="24377642" cy="13992045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CDEC56-A906-794E-9B05-FA128ECEF634}"/>
              </a:ext>
            </a:extLst>
          </p:cNvPr>
          <p:cNvSpPr txBox="1"/>
          <p:nvPr/>
        </p:nvSpPr>
        <p:spPr>
          <a:xfrm>
            <a:off x="6900534" y="5919281"/>
            <a:ext cx="10031247" cy="187743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600" b="1" dirty="0">
                <a:solidFill>
                  <a:srgbClr val="EFF1F8"/>
                </a:solidFill>
                <a:latin typeface="Montserrat SemiBold" pitchFamily="2" charset="77"/>
                <a:ea typeface="Roboto Medium" panose="02000000000000000000" pitchFamily="2" charset="0"/>
                <a:cs typeface="Lato Light" panose="020F0502020204030203" pitchFamily="34" charset="0"/>
              </a:rPr>
              <a:t>Thankyou all</a:t>
            </a:r>
          </a:p>
        </p:txBody>
      </p:sp>
      <p:sp>
        <p:nvSpPr>
          <p:cNvPr id="34" name="Freeform 5">
            <a:extLst>
              <a:ext uri="{FF2B5EF4-FFF2-40B4-BE49-F238E27FC236}">
                <a16:creationId xmlns:a16="http://schemas.microsoft.com/office/drawing/2014/main" id="{94E8B0A0-3E53-4365-B509-70F926AE8FC1}"/>
              </a:ext>
            </a:extLst>
          </p:cNvPr>
          <p:cNvSpPr>
            <a:spLocks/>
          </p:cNvSpPr>
          <p:nvPr/>
        </p:nvSpPr>
        <p:spPr bwMode="auto">
          <a:xfrm>
            <a:off x="378960" y="447561"/>
            <a:ext cx="1605114" cy="1434004"/>
          </a:xfrm>
          <a:custGeom>
            <a:avLst/>
            <a:gdLst>
              <a:gd name="T0" fmla="*/ 225 w 232"/>
              <a:gd name="T1" fmla="*/ 189 h 208"/>
              <a:gd name="T2" fmla="*/ 202 w 232"/>
              <a:gd name="T3" fmla="*/ 189 h 208"/>
              <a:gd name="T4" fmla="*/ 202 w 232"/>
              <a:gd name="T5" fmla="*/ 30 h 208"/>
              <a:gd name="T6" fmla="*/ 195 w 232"/>
              <a:gd name="T7" fmla="*/ 24 h 208"/>
              <a:gd name="T8" fmla="*/ 162 w 232"/>
              <a:gd name="T9" fmla="*/ 24 h 208"/>
              <a:gd name="T10" fmla="*/ 155 w 232"/>
              <a:gd name="T11" fmla="*/ 30 h 208"/>
              <a:gd name="T12" fmla="*/ 155 w 232"/>
              <a:gd name="T13" fmla="*/ 189 h 208"/>
              <a:gd name="T14" fmla="*/ 143 w 232"/>
              <a:gd name="T15" fmla="*/ 189 h 208"/>
              <a:gd name="T16" fmla="*/ 143 w 232"/>
              <a:gd name="T17" fmla="*/ 146 h 208"/>
              <a:gd name="T18" fmla="*/ 136 w 232"/>
              <a:gd name="T19" fmla="*/ 140 h 208"/>
              <a:gd name="T20" fmla="*/ 104 w 232"/>
              <a:gd name="T21" fmla="*/ 140 h 208"/>
              <a:gd name="T22" fmla="*/ 97 w 232"/>
              <a:gd name="T23" fmla="*/ 146 h 208"/>
              <a:gd name="T24" fmla="*/ 97 w 232"/>
              <a:gd name="T25" fmla="*/ 189 h 208"/>
              <a:gd name="T26" fmla="*/ 85 w 232"/>
              <a:gd name="T27" fmla="*/ 189 h 208"/>
              <a:gd name="T28" fmla="*/ 85 w 232"/>
              <a:gd name="T29" fmla="*/ 86 h 208"/>
              <a:gd name="T30" fmla="*/ 78 w 232"/>
              <a:gd name="T31" fmla="*/ 80 h 208"/>
              <a:gd name="T32" fmla="*/ 45 w 232"/>
              <a:gd name="T33" fmla="*/ 80 h 208"/>
              <a:gd name="T34" fmla="*/ 38 w 232"/>
              <a:gd name="T35" fmla="*/ 86 h 208"/>
              <a:gd name="T36" fmla="*/ 38 w 232"/>
              <a:gd name="T37" fmla="*/ 189 h 208"/>
              <a:gd name="T38" fmla="*/ 18 w 232"/>
              <a:gd name="T39" fmla="*/ 189 h 208"/>
              <a:gd name="T40" fmla="*/ 18 w 232"/>
              <a:gd name="T41" fmla="*/ 6 h 208"/>
              <a:gd name="T42" fmla="*/ 11 w 232"/>
              <a:gd name="T43" fmla="*/ 0 h 208"/>
              <a:gd name="T44" fmla="*/ 7 w 232"/>
              <a:gd name="T45" fmla="*/ 0 h 208"/>
              <a:gd name="T46" fmla="*/ 0 w 232"/>
              <a:gd name="T47" fmla="*/ 6 h 208"/>
              <a:gd name="T48" fmla="*/ 0 w 232"/>
              <a:gd name="T49" fmla="*/ 201 h 208"/>
              <a:gd name="T50" fmla="*/ 7 w 232"/>
              <a:gd name="T51" fmla="*/ 208 h 208"/>
              <a:gd name="T52" fmla="*/ 11 w 232"/>
              <a:gd name="T53" fmla="*/ 208 h 208"/>
              <a:gd name="T54" fmla="*/ 12 w 232"/>
              <a:gd name="T55" fmla="*/ 208 h 208"/>
              <a:gd name="T56" fmla="*/ 45 w 232"/>
              <a:gd name="T57" fmla="*/ 208 h 208"/>
              <a:gd name="T58" fmla="*/ 45 w 232"/>
              <a:gd name="T59" fmla="*/ 208 h 208"/>
              <a:gd name="T60" fmla="*/ 78 w 232"/>
              <a:gd name="T61" fmla="*/ 208 h 208"/>
              <a:gd name="T62" fmla="*/ 79 w 232"/>
              <a:gd name="T63" fmla="*/ 208 h 208"/>
              <a:gd name="T64" fmla="*/ 103 w 232"/>
              <a:gd name="T65" fmla="*/ 208 h 208"/>
              <a:gd name="T66" fmla="*/ 104 w 232"/>
              <a:gd name="T67" fmla="*/ 208 h 208"/>
              <a:gd name="T68" fmla="*/ 136 w 232"/>
              <a:gd name="T69" fmla="*/ 208 h 208"/>
              <a:gd name="T70" fmla="*/ 137 w 232"/>
              <a:gd name="T71" fmla="*/ 208 h 208"/>
              <a:gd name="T72" fmla="*/ 162 w 232"/>
              <a:gd name="T73" fmla="*/ 208 h 208"/>
              <a:gd name="T74" fmla="*/ 162 w 232"/>
              <a:gd name="T75" fmla="*/ 208 h 208"/>
              <a:gd name="T76" fmla="*/ 195 w 232"/>
              <a:gd name="T77" fmla="*/ 208 h 208"/>
              <a:gd name="T78" fmla="*/ 195 w 232"/>
              <a:gd name="T79" fmla="*/ 208 h 208"/>
              <a:gd name="T80" fmla="*/ 225 w 232"/>
              <a:gd name="T81" fmla="*/ 208 h 208"/>
              <a:gd name="T82" fmla="*/ 232 w 232"/>
              <a:gd name="T83" fmla="*/ 201 h 208"/>
              <a:gd name="T84" fmla="*/ 232 w 232"/>
              <a:gd name="T85" fmla="*/ 196 h 208"/>
              <a:gd name="T86" fmla="*/ 225 w 232"/>
              <a:gd name="T87" fmla="*/ 189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32" h="208">
                <a:moveTo>
                  <a:pt x="225" y="189"/>
                </a:moveTo>
                <a:cubicBezTo>
                  <a:pt x="202" y="189"/>
                  <a:pt x="202" y="189"/>
                  <a:pt x="202" y="189"/>
                </a:cubicBezTo>
                <a:cubicBezTo>
                  <a:pt x="202" y="30"/>
                  <a:pt x="202" y="30"/>
                  <a:pt x="202" y="30"/>
                </a:cubicBezTo>
                <a:cubicBezTo>
                  <a:pt x="202" y="27"/>
                  <a:pt x="199" y="24"/>
                  <a:pt x="195" y="24"/>
                </a:cubicBezTo>
                <a:cubicBezTo>
                  <a:pt x="162" y="24"/>
                  <a:pt x="162" y="24"/>
                  <a:pt x="162" y="24"/>
                </a:cubicBezTo>
                <a:cubicBezTo>
                  <a:pt x="158" y="24"/>
                  <a:pt x="155" y="27"/>
                  <a:pt x="155" y="30"/>
                </a:cubicBezTo>
                <a:cubicBezTo>
                  <a:pt x="155" y="189"/>
                  <a:pt x="155" y="189"/>
                  <a:pt x="155" y="189"/>
                </a:cubicBezTo>
                <a:cubicBezTo>
                  <a:pt x="143" y="189"/>
                  <a:pt x="143" y="189"/>
                  <a:pt x="143" y="189"/>
                </a:cubicBezTo>
                <a:cubicBezTo>
                  <a:pt x="143" y="146"/>
                  <a:pt x="143" y="146"/>
                  <a:pt x="143" y="146"/>
                </a:cubicBezTo>
                <a:cubicBezTo>
                  <a:pt x="143" y="143"/>
                  <a:pt x="140" y="140"/>
                  <a:pt x="136" y="140"/>
                </a:cubicBezTo>
                <a:cubicBezTo>
                  <a:pt x="104" y="140"/>
                  <a:pt x="104" y="140"/>
                  <a:pt x="104" y="140"/>
                </a:cubicBezTo>
                <a:cubicBezTo>
                  <a:pt x="100" y="140"/>
                  <a:pt x="97" y="143"/>
                  <a:pt x="97" y="146"/>
                </a:cubicBezTo>
                <a:cubicBezTo>
                  <a:pt x="97" y="189"/>
                  <a:pt x="97" y="189"/>
                  <a:pt x="97" y="189"/>
                </a:cubicBezTo>
                <a:cubicBezTo>
                  <a:pt x="85" y="189"/>
                  <a:pt x="85" y="189"/>
                  <a:pt x="85" y="189"/>
                </a:cubicBezTo>
                <a:cubicBezTo>
                  <a:pt x="85" y="86"/>
                  <a:pt x="85" y="86"/>
                  <a:pt x="85" y="86"/>
                </a:cubicBezTo>
                <a:cubicBezTo>
                  <a:pt x="85" y="83"/>
                  <a:pt x="82" y="80"/>
                  <a:pt x="78" y="80"/>
                </a:cubicBezTo>
                <a:cubicBezTo>
                  <a:pt x="45" y="80"/>
                  <a:pt x="45" y="80"/>
                  <a:pt x="45" y="80"/>
                </a:cubicBezTo>
                <a:cubicBezTo>
                  <a:pt x="42" y="80"/>
                  <a:pt x="38" y="83"/>
                  <a:pt x="38" y="86"/>
                </a:cubicBezTo>
                <a:cubicBezTo>
                  <a:pt x="38" y="189"/>
                  <a:pt x="38" y="189"/>
                  <a:pt x="38" y="189"/>
                </a:cubicBezTo>
                <a:cubicBezTo>
                  <a:pt x="18" y="189"/>
                  <a:pt x="18" y="189"/>
                  <a:pt x="18" y="189"/>
                </a:cubicBezTo>
                <a:cubicBezTo>
                  <a:pt x="18" y="6"/>
                  <a:pt x="18" y="6"/>
                  <a:pt x="18" y="6"/>
                </a:cubicBezTo>
                <a:cubicBezTo>
                  <a:pt x="18" y="3"/>
                  <a:pt x="15" y="0"/>
                  <a:pt x="11" y="0"/>
                </a:cubicBezTo>
                <a:cubicBezTo>
                  <a:pt x="7" y="0"/>
                  <a:pt x="7" y="0"/>
                  <a:pt x="7" y="0"/>
                </a:cubicBezTo>
                <a:cubicBezTo>
                  <a:pt x="3" y="0"/>
                  <a:pt x="0" y="3"/>
                  <a:pt x="0" y="6"/>
                </a:cubicBezTo>
                <a:cubicBezTo>
                  <a:pt x="0" y="201"/>
                  <a:pt x="0" y="201"/>
                  <a:pt x="0" y="201"/>
                </a:cubicBezTo>
                <a:cubicBezTo>
                  <a:pt x="0" y="205"/>
                  <a:pt x="3" y="208"/>
                  <a:pt x="7" y="208"/>
                </a:cubicBezTo>
                <a:cubicBezTo>
                  <a:pt x="11" y="208"/>
                  <a:pt x="11" y="208"/>
                  <a:pt x="11" y="208"/>
                </a:cubicBezTo>
                <a:cubicBezTo>
                  <a:pt x="12" y="208"/>
                  <a:pt x="12" y="208"/>
                  <a:pt x="12" y="208"/>
                </a:cubicBezTo>
                <a:cubicBezTo>
                  <a:pt x="45" y="208"/>
                  <a:pt x="45" y="208"/>
                  <a:pt x="45" y="208"/>
                </a:cubicBezTo>
                <a:cubicBezTo>
                  <a:pt x="45" y="208"/>
                  <a:pt x="45" y="208"/>
                  <a:pt x="45" y="208"/>
                </a:cubicBezTo>
                <a:cubicBezTo>
                  <a:pt x="78" y="208"/>
                  <a:pt x="78" y="208"/>
                  <a:pt x="78" y="208"/>
                </a:cubicBezTo>
                <a:cubicBezTo>
                  <a:pt x="78" y="208"/>
                  <a:pt x="78" y="208"/>
                  <a:pt x="79" y="208"/>
                </a:cubicBezTo>
                <a:cubicBezTo>
                  <a:pt x="103" y="208"/>
                  <a:pt x="103" y="208"/>
                  <a:pt x="103" y="208"/>
                </a:cubicBezTo>
                <a:cubicBezTo>
                  <a:pt x="103" y="208"/>
                  <a:pt x="103" y="208"/>
                  <a:pt x="104" y="208"/>
                </a:cubicBezTo>
                <a:cubicBezTo>
                  <a:pt x="136" y="208"/>
                  <a:pt x="136" y="208"/>
                  <a:pt x="136" y="208"/>
                </a:cubicBezTo>
                <a:cubicBezTo>
                  <a:pt x="137" y="208"/>
                  <a:pt x="137" y="208"/>
                  <a:pt x="137" y="208"/>
                </a:cubicBezTo>
                <a:cubicBezTo>
                  <a:pt x="162" y="208"/>
                  <a:pt x="162" y="208"/>
                  <a:pt x="162" y="208"/>
                </a:cubicBezTo>
                <a:cubicBezTo>
                  <a:pt x="162" y="208"/>
                  <a:pt x="162" y="208"/>
                  <a:pt x="162" y="208"/>
                </a:cubicBezTo>
                <a:cubicBezTo>
                  <a:pt x="195" y="208"/>
                  <a:pt x="195" y="208"/>
                  <a:pt x="195" y="208"/>
                </a:cubicBezTo>
                <a:cubicBezTo>
                  <a:pt x="195" y="208"/>
                  <a:pt x="195" y="208"/>
                  <a:pt x="195" y="208"/>
                </a:cubicBezTo>
                <a:cubicBezTo>
                  <a:pt x="225" y="208"/>
                  <a:pt x="225" y="208"/>
                  <a:pt x="225" y="208"/>
                </a:cubicBezTo>
                <a:cubicBezTo>
                  <a:pt x="229" y="208"/>
                  <a:pt x="232" y="205"/>
                  <a:pt x="232" y="201"/>
                </a:cubicBezTo>
                <a:cubicBezTo>
                  <a:pt x="232" y="196"/>
                  <a:pt x="232" y="196"/>
                  <a:pt x="232" y="196"/>
                </a:cubicBezTo>
                <a:cubicBezTo>
                  <a:pt x="232" y="192"/>
                  <a:pt x="229" y="189"/>
                  <a:pt x="225" y="18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marL="0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261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438522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57783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877044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096305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315566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534827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754088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iberation Serif"/>
              <a:ea typeface="+mn-ea"/>
              <a:cs typeface="+mn-cs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04D4DB8-186B-42DE-9ED3-328870E94018}"/>
              </a:ext>
            </a:extLst>
          </p:cNvPr>
          <p:cNvGrpSpPr/>
          <p:nvPr/>
        </p:nvGrpSpPr>
        <p:grpSpPr>
          <a:xfrm>
            <a:off x="22515721" y="12353026"/>
            <a:ext cx="1533336" cy="1362974"/>
            <a:chOff x="2706845" y="4671624"/>
            <a:chExt cx="603818" cy="536730"/>
          </a:xfr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grpSpPr>
        <p:sp>
          <p:nvSpPr>
            <p:cNvPr id="36" name="Freeform 142">
              <a:extLst>
                <a:ext uri="{FF2B5EF4-FFF2-40B4-BE49-F238E27FC236}">
                  <a16:creationId xmlns:a16="http://schemas.microsoft.com/office/drawing/2014/main" id="{6CCB2C80-1FED-4932-8718-F2F9EDED3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738" y="5016228"/>
              <a:ext cx="88439" cy="192125"/>
            </a:xfrm>
            <a:custGeom>
              <a:avLst/>
              <a:gdLst>
                <a:gd name="T0" fmla="*/ 34 w 34"/>
                <a:gd name="T1" fmla="*/ 68 h 74"/>
                <a:gd name="T2" fmla="*/ 29 w 34"/>
                <a:gd name="T3" fmla="*/ 74 h 74"/>
                <a:gd name="T4" fmla="*/ 5 w 34"/>
                <a:gd name="T5" fmla="*/ 74 h 74"/>
                <a:gd name="T6" fmla="*/ 0 w 34"/>
                <a:gd name="T7" fmla="*/ 68 h 74"/>
                <a:gd name="T8" fmla="*/ 0 w 34"/>
                <a:gd name="T9" fmla="*/ 6 h 74"/>
                <a:gd name="T10" fmla="*/ 5 w 34"/>
                <a:gd name="T11" fmla="*/ 0 h 74"/>
                <a:gd name="T12" fmla="*/ 29 w 34"/>
                <a:gd name="T13" fmla="*/ 0 h 74"/>
                <a:gd name="T14" fmla="*/ 34 w 34"/>
                <a:gd name="T15" fmla="*/ 6 h 74"/>
                <a:gd name="T16" fmla="*/ 34 w 34"/>
                <a:gd name="T17" fmla="*/ 68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74">
                  <a:moveTo>
                    <a:pt x="34" y="68"/>
                  </a:moveTo>
                  <a:cubicBezTo>
                    <a:pt x="34" y="71"/>
                    <a:pt x="32" y="74"/>
                    <a:pt x="29" y="74"/>
                  </a:cubicBezTo>
                  <a:cubicBezTo>
                    <a:pt x="5" y="74"/>
                    <a:pt x="5" y="74"/>
                    <a:pt x="5" y="74"/>
                  </a:cubicBezTo>
                  <a:cubicBezTo>
                    <a:pt x="2" y="74"/>
                    <a:pt x="0" y="71"/>
                    <a:pt x="0" y="6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32" y="0"/>
                    <a:pt x="34" y="2"/>
                    <a:pt x="34" y="6"/>
                  </a:cubicBezTo>
                  <a:lnTo>
                    <a:pt x="34" y="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/>
              <a:endParaRPr lang="en-US" sz="1800">
                <a:solidFill>
                  <a:prstClr val="black"/>
                </a:solidFill>
                <a:latin typeface="Liberation Serif"/>
              </a:endParaRPr>
            </a:p>
          </p:txBody>
        </p:sp>
        <p:sp>
          <p:nvSpPr>
            <p:cNvPr id="37" name="Freeform 143">
              <a:extLst>
                <a:ext uri="{FF2B5EF4-FFF2-40B4-BE49-F238E27FC236}">
                  <a16:creationId xmlns:a16="http://schemas.microsoft.com/office/drawing/2014/main" id="{43AEC6D3-0D7D-4F67-B4D0-23C49F552E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2019" y="4985733"/>
              <a:ext cx="85388" cy="222621"/>
            </a:xfrm>
            <a:custGeom>
              <a:avLst/>
              <a:gdLst>
                <a:gd name="T0" fmla="*/ 34 w 34"/>
                <a:gd name="T1" fmla="*/ 80 h 86"/>
                <a:gd name="T2" fmla="*/ 29 w 34"/>
                <a:gd name="T3" fmla="*/ 86 h 86"/>
                <a:gd name="T4" fmla="*/ 5 w 34"/>
                <a:gd name="T5" fmla="*/ 86 h 86"/>
                <a:gd name="T6" fmla="*/ 0 w 34"/>
                <a:gd name="T7" fmla="*/ 80 h 86"/>
                <a:gd name="T8" fmla="*/ 0 w 34"/>
                <a:gd name="T9" fmla="*/ 5 h 86"/>
                <a:gd name="T10" fmla="*/ 5 w 34"/>
                <a:gd name="T11" fmla="*/ 0 h 86"/>
                <a:gd name="T12" fmla="*/ 29 w 34"/>
                <a:gd name="T13" fmla="*/ 0 h 86"/>
                <a:gd name="T14" fmla="*/ 34 w 34"/>
                <a:gd name="T15" fmla="*/ 5 h 86"/>
                <a:gd name="T16" fmla="*/ 34 w 34"/>
                <a:gd name="T17" fmla="*/ 8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86">
                  <a:moveTo>
                    <a:pt x="34" y="80"/>
                  </a:moveTo>
                  <a:cubicBezTo>
                    <a:pt x="34" y="83"/>
                    <a:pt x="32" y="86"/>
                    <a:pt x="29" y="86"/>
                  </a:cubicBezTo>
                  <a:cubicBezTo>
                    <a:pt x="5" y="86"/>
                    <a:pt x="5" y="86"/>
                    <a:pt x="5" y="86"/>
                  </a:cubicBezTo>
                  <a:cubicBezTo>
                    <a:pt x="2" y="86"/>
                    <a:pt x="0" y="83"/>
                    <a:pt x="0" y="8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32" y="0"/>
                    <a:pt x="34" y="2"/>
                    <a:pt x="34" y="5"/>
                  </a:cubicBezTo>
                  <a:lnTo>
                    <a:pt x="34" y="8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/>
              <a:endParaRPr lang="en-US" sz="1800">
                <a:solidFill>
                  <a:prstClr val="black"/>
                </a:solidFill>
                <a:latin typeface="Liberation Serif"/>
              </a:endParaRPr>
            </a:p>
          </p:txBody>
        </p:sp>
        <p:sp>
          <p:nvSpPr>
            <p:cNvPr id="38" name="Freeform 144">
              <a:extLst>
                <a:ext uri="{FF2B5EF4-FFF2-40B4-BE49-F238E27FC236}">
                  <a16:creationId xmlns:a16="http://schemas.microsoft.com/office/drawing/2014/main" id="{B027EB42-AA96-4C1D-A725-39DD682AC6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9249" y="4943038"/>
              <a:ext cx="88439" cy="265315"/>
            </a:xfrm>
            <a:custGeom>
              <a:avLst/>
              <a:gdLst>
                <a:gd name="T0" fmla="*/ 34 w 34"/>
                <a:gd name="T1" fmla="*/ 97 h 103"/>
                <a:gd name="T2" fmla="*/ 29 w 34"/>
                <a:gd name="T3" fmla="*/ 103 h 103"/>
                <a:gd name="T4" fmla="*/ 5 w 34"/>
                <a:gd name="T5" fmla="*/ 103 h 103"/>
                <a:gd name="T6" fmla="*/ 0 w 34"/>
                <a:gd name="T7" fmla="*/ 97 h 103"/>
                <a:gd name="T8" fmla="*/ 0 w 34"/>
                <a:gd name="T9" fmla="*/ 6 h 103"/>
                <a:gd name="T10" fmla="*/ 5 w 34"/>
                <a:gd name="T11" fmla="*/ 0 h 103"/>
                <a:gd name="T12" fmla="*/ 29 w 34"/>
                <a:gd name="T13" fmla="*/ 0 h 103"/>
                <a:gd name="T14" fmla="*/ 34 w 34"/>
                <a:gd name="T15" fmla="*/ 6 h 103"/>
                <a:gd name="T16" fmla="*/ 34 w 34"/>
                <a:gd name="T17" fmla="*/ 97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103">
                  <a:moveTo>
                    <a:pt x="34" y="97"/>
                  </a:moveTo>
                  <a:cubicBezTo>
                    <a:pt x="34" y="100"/>
                    <a:pt x="31" y="103"/>
                    <a:pt x="29" y="103"/>
                  </a:cubicBezTo>
                  <a:cubicBezTo>
                    <a:pt x="5" y="103"/>
                    <a:pt x="5" y="103"/>
                    <a:pt x="5" y="103"/>
                  </a:cubicBezTo>
                  <a:cubicBezTo>
                    <a:pt x="2" y="103"/>
                    <a:pt x="0" y="100"/>
                    <a:pt x="0" y="9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31" y="0"/>
                    <a:pt x="34" y="3"/>
                    <a:pt x="34" y="6"/>
                  </a:cubicBezTo>
                  <a:lnTo>
                    <a:pt x="34" y="9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/>
              <a:endParaRPr lang="en-US" sz="1800">
                <a:solidFill>
                  <a:prstClr val="black"/>
                </a:solidFill>
                <a:latin typeface="Liberation Serif"/>
              </a:endParaRPr>
            </a:p>
          </p:txBody>
        </p:sp>
        <p:sp>
          <p:nvSpPr>
            <p:cNvPr id="39" name="Freeform 145">
              <a:extLst>
                <a:ext uri="{FF2B5EF4-FFF2-40B4-BE49-F238E27FC236}">
                  <a16:creationId xmlns:a16="http://schemas.microsoft.com/office/drawing/2014/main" id="{5559B72D-AA11-4F46-B7EA-E44DBAFE6F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9530" y="4900344"/>
              <a:ext cx="85388" cy="308009"/>
            </a:xfrm>
            <a:custGeom>
              <a:avLst/>
              <a:gdLst>
                <a:gd name="T0" fmla="*/ 33 w 33"/>
                <a:gd name="T1" fmla="*/ 113 h 119"/>
                <a:gd name="T2" fmla="*/ 28 w 33"/>
                <a:gd name="T3" fmla="*/ 119 h 119"/>
                <a:gd name="T4" fmla="*/ 5 w 33"/>
                <a:gd name="T5" fmla="*/ 119 h 119"/>
                <a:gd name="T6" fmla="*/ 0 w 33"/>
                <a:gd name="T7" fmla="*/ 113 h 119"/>
                <a:gd name="T8" fmla="*/ 0 w 33"/>
                <a:gd name="T9" fmla="*/ 5 h 119"/>
                <a:gd name="T10" fmla="*/ 5 w 33"/>
                <a:gd name="T11" fmla="*/ 0 h 119"/>
                <a:gd name="T12" fmla="*/ 28 w 33"/>
                <a:gd name="T13" fmla="*/ 0 h 119"/>
                <a:gd name="T14" fmla="*/ 33 w 33"/>
                <a:gd name="T15" fmla="*/ 5 h 119"/>
                <a:gd name="T16" fmla="*/ 33 w 33"/>
                <a:gd name="T17" fmla="*/ 113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" h="119">
                  <a:moveTo>
                    <a:pt x="33" y="113"/>
                  </a:moveTo>
                  <a:cubicBezTo>
                    <a:pt x="33" y="116"/>
                    <a:pt x="31" y="119"/>
                    <a:pt x="28" y="119"/>
                  </a:cubicBezTo>
                  <a:cubicBezTo>
                    <a:pt x="5" y="119"/>
                    <a:pt x="5" y="119"/>
                    <a:pt x="5" y="119"/>
                  </a:cubicBezTo>
                  <a:cubicBezTo>
                    <a:pt x="2" y="119"/>
                    <a:pt x="0" y="116"/>
                    <a:pt x="0" y="113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1" y="0"/>
                    <a:pt x="33" y="2"/>
                    <a:pt x="33" y="5"/>
                  </a:cubicBezTo>
                  <a:lnTo>
                    <a:pt x="33" y="1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/>
              <a:endParaRPr lang="en-US" sz="1800">
                <a:solidFill>
                  <a:prstClr val="black"/>
                </a:solidFill>
                <a:latin typeface="Liberation Serif"/>
              </a:endParaRPr>
            </a:p>
          </p:txBody>
        </p:sp>
        <p:sp>
          <p:nvSpPr>
            <p:cNvPr id="40" name="Freeform 146">
              <a:extLst>
                <a:ext uri="{FF2B5EF4-FFF2-40B4-BE49-F238E27FC236}">
                  <a16:creationId xmlns:a16="http://schemas.microsoft.com/office/drawing/2014/main" id="{B7F35B53-F136-48EF-B91A-FA1C0D52D2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6845" y="4671624"/>
              <a:ext cx="603818" cy="292760"/>
            </a:xfrm>
            <a:custGeom>
              <a:avLst/>
              <a:gdLst>
                <a:gd name="T0" fmla="*/ 13 w 234"/>
                <a:gd name="T1" fmla="*/ 88 h 114"/>
                <a:gd name="T2" fmla="*/ 196 w 234"/>
                <a:gd name="T3" fmla="*/ 39 h 114"/>
                <a:gd name="T4" fmla="*/ 178 w 234"/>
                <a:gd name="T5" fmla="*/ 24 h 114"/>
                <a:gd name="T6" fmla="*/ 234 w 234"/>
                <a:gd name="T7" fmla="*/ 0 h 114"/>
                <a:gd name="T8" fmla="*/ 234 w 234"/>
                <a:gd name="T9" fmla="*/ 65 h 114"/>
                <a:gd name="T10" fmla="*/ 214 w 234"/>
                <a:gd name="T11" fmla="*/ 51 h 114"/>
                <a:gd name="T12" fmla="*/ 17 w 234"/>
                <a:gd name="T13" fmla="*/ 112 h 114"/>
                <a:gd name="T14" fmla="*/ 2 w 234"/>
                <a:gd name="T15" fmla="*/ 104 h 114"/>
                <a:gd name="T16" fmla="*/ 13 w 234"/>
                <a:gd name="T17" fmla="*/ 88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4" h="114">
                  <a:moveTo>
                    <a:pt x="13" y="88"/>
                  </a:moveTo>
                  <a:cubicBezTo>
                    <a:pt x="13" y="88"/>
                    <a:pt x="104" y="94"/>
                    <a:pt x="196" y="39"/>
                  </a:cubicBezTo>
                  <a:cubicBezTo>
                    <a:pt x="178" y="24"/>
                    <a:pt x="178" y="24"/>
                    <a:pt x="178" y="24"/>
                  </a:cubicBezTo>
                  <a:cubicBezTo>
                    <a:pt x="234" y="0"/>
                    <a:pt x="234" y="0"/>
                    <a:pt x="234" y="0"/>
                  </a:cubicBezTo>
                  <a:cubicBezTo>
                    <a:pt x="234" y="65"/>
                    <a:pt x="234" y="65"/>
                    <a:pt x="234" y="65"/>
                  </a:cubicBezTo>
                  <a:cubicBezTo>
                    <a:pt x="214" y="51"/>
                    <a:pt x="214" y="51"/>
                    <a:pt x="214" y="51"/>
                  </a:cubicBezTo>
                  <a:cubicBezTo>
                    <a:pt x="214" y="51"/>
                    <a:pt x="157" y="101"/>
                    <a:pt x="17" y="112"/>
                  </a:cubicBezTo>
                  <a:cubicBezTo>
                    <a:pt x="17" y="112"/>
                    <a:pt x="2" y="114"/>
                    <a:pt x="2" y="104"/>
                  </a:cubicBezTo>
                  <a:cubicBezTo>
                    <a:pt x="2" y="97"/>
                    <a:pt x="0" y="87"/>
                    <a:pt x="13" y="8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/>
              <a:endParaRPr lang="en-US" sz="1800">
                <a:solidFill>
                  <a:prstClr val="black"/>
                </a:solidFill>
                <a:latin typeface="Liberation Serif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62034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1">
      <a:dk1>
        <a:srgbClr val="737572"/>
      </a:dk1>
      <a:lt1>
        <a:srgbClr val="FFFFFF"/>
      </a:lt1>
      <a:dk2>
        <a:srgbClr val="2B2C2B"/>
      </a:dk2>
      <a:lt2>
        <a:srgbClr val="FFFFFF"/>
      </a:lt2>
      <a:accent1>
        <a:srgbClr val="F68664"/>
      </a:accent1>
      <a:accent2>
        <a:srgbClr val="524D79"/>
      </a:accent2>
      <a:accent3>
        <a:srgbClr val="44CEC9"/>
      </a:accent3>
      <a:accent4>
        <a:srgbClr val="F68664"/>
      </a:accent4>
      <a:accent5>
        <a:srgbClr val="524D79"/>
      </a:accent5>
      <a:accent6>
        <a:srgbClr val="44CEC9"/>
      </a:accent6>
      <a:hlink>
        <a:srgbClr val="1E9272"/>
      </a:hlink>
      <a:folHlink>
        <a:srgbClr val="AC2624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alpha val="80000"/>
          </a:schemeClr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89337</TotalTime>
  <Words>142</Words>
  <Application>Microsoft Office PowerPoint</Application>
  <PresentationFormat>Custom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8" baseType="lpstr">
      <vt:lpstr>Arial</vt:lpstr>
      <vt:lpstr>Calibri</vt:lpstr>
      <vt:lpstr>Calibri Light</vt:lpstr>
      <vt:lpstr>Lato</vt:lpstr>
      <vt:lpstr>Lato Light</vt:lpstr>
      <vt:lpstr>Liberation Serif</vt:lpstr>
      <vt:lpstr>Montserrat Light</vt:lpstr>
      <vt:lpstr>Montserrat SemiBold</vt:lpstr>
      <vt:lpstr>Roboto Light</vt:lpstr>
      <vt:lpstr>Roboto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DIVAKAR</dc:creator>
  <cp:keywords/>
  <dc:description/>
  <cp:lastModifiedBy>Divakar P</cp:lastModifiedBy>
  <cp:revision>16285</cp:revision>
  <dcterms:created xsi:type="dcterms:W3CDTF">2014-11-12T21:47:38Z</dcterms:created>
  <dcterms:modified xsi:type="dcterms:W3CDTF">2025-08-07T03:30:21Z</dcterms:modified>
  <cp:category/>
</cp:coreProperties>
</file>