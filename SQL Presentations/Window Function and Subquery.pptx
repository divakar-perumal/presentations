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8" r:id="rId3"/>
    <p:sldMasterId id="21474837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 Light"/>
      <p:regular r:id="rId15"/>
      <p:bold r:id="rId16"/>
    </p:embeddedFont>
    <p:embeddedFont>
      <p:font typeface="Bebas Neue"/>
      <p:regular r:id="rId17"/>
    </p:embeddedFont>
    <p:embeddedFont>
      <p:font typeface="Overpass"/>
      <p:regular r:id="rId18"/>
      <p:bold r:id="rId19"/>
      <p:italic r:id="rId20"/>
      <p:boldItalic r:id="rId21"/>
    </p:embeddedFont>
    <p:embeddedFont>
      <p:font typeface="Fira Sans Extra Condensed Medium"/>
      <p:regular r:id="rId22"/>
      <p:bold r:id="rId23"/>
      <p:italic r:id="rId24"/>
      <p:boldItalic r:id="rId25"/>
    </p:embeddedFont>
    <p:embeddedFont>
      <p:font typeface="Overpass ExtraLight"/>
      <p:regular r:id="rId26"/>
      <p:bold r:id="rId27"/>
      <p:italic r:id="rId28"/>
      <p:boldItalic r:id="rId29"/>
    </p:embeddedFont>
    <p:embeddedFont>
      <p:font typeface="Poppins Light"/>
      <p:regular r:id="rId30"/>
      <p:bold r:id="rId31"/>
      <p:italic r:id="rId32"/>
      <p:boldItalic r:id="rId33"/>
    </p:embeddedFont>
    <p:embeddedFont>
      <p:font typeface="Overpass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Light-bold.fntdata"/><Relationship Id="rId30" Type="http://schemas.openxmlformats.org/officeDocument/2006/relationships/font" Target="fonts/PoppinsLight-regular.fntdata"/><Relationship Id="rId33" Type="http://schemas.openxmlformats.org/officeDocument/2006/relationships/font" Target="fonts/PoppinsLight-boldItalic.fntdata"/><Relationship Id="rId32" Type="http://schemas.openxmlformats.org/officeDocument/2006/relationships/font" Target="fonts/PoppinsLight-italic.fntdata"/><Relationship Id="rId35" Type="http://schemas.openxmlformats.org/officeDocument/2006/relationships/font" Target="fonts/OverpassLight-bold.fntdata"/><Relationship Id="rId34" Type="http://schemas.openxmlformats.org/officeDocument/2006/relationships/font" Target="fonts/OverpassLight-regular.fntdata"/><Relationship Id="rId37" Type="http://schemas.openxmlformats.org/officeDocument/2006/relationships/font" Target="fonts/OverpassLight-boldItalic.fntdata"/><Relationship Id="rId36" Type="http://schemas.openxmlformats.org/officeDocument/2006/relationships/font" Target="fonts/OverpassLight-italic.fntdata"/><Relationship Id="rId20" Type="http://schemas.openxmlformats.org/officeDocument/2006/relationships/font" Target="fonts/Overpass-italic.fntdata"/><Relationship Id="rId22" Type="http://schemas.openxmlformats.org/officeDocument/2006/relationships/font" Target="fonts/FiraSansExtraCondensedMedium-regular.fntdata"/><Relationship Id="rId21" Type="http://schemas.openxmlformats.org/officeDocument/2006/relationships/font" Target="fonts/Overpass-boldItalic.fntdata"/><Relationship Id="rId24" Type="http://schemas.openxmlformats.org/officeDocument/2006/relationships/font" Target="fonts/FiraSansExtraCondensedMedium-italic.fntdata"/><Relationship Id="rId23" Type="http://schemas.openxmlformats.org/officeDocument/2006/relationships/font" Target="fonts/FiraSansExtraCondensedMedium-bold.fntdata"/><Relationship Id="rId26" Type="http://schemas.openxmlformats.org/officeDocument/2006/relationships/font" Target="fonts/OverpassExtraLight-regular.fntdata"/><Relationship Id="rId25" Type="http://schemas.openxmlformats.org/officeDocument/2006/relationships/font" Target="fonts/FiraSansExtraCondensedMedium-boldItalic.fntdata"/><Relationship Id="rId28" Type="http://schemas.openxmlformats.org/officeDocument/2006/relationships/font" Target="fonts/OverpassExtraLight-italic.fntdata"/><Relationship Id="rId27" Type="http://schemas.openxmlformats.org/officeDocument/2006/relationships/font" Target="fonts/OverpassExtraLight-bold.fntdata"/><Relationship Id="rId29" Type="http://schemas.openxmlformats.org/officeDocument/2006/relationships/font" Target="fonts/OverpassExtra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SlabLight-regular.fntdata"/><Relationship Id="rId14" Type="http://schemas.openxmlformats.org/officeDocument/2006/relationships/slide" Target="slides/slide9.xml"/><Relationship Id="rId17" Type="http://schemas.openxmlformats.org/officeDocument/2006/relationships/font" Target="fonts/BebasNeue-regular.fntdata"/><Relationship Id="rId16" Type="http://schemas.openxmlformats.org/officeDocument/2006/relationships/font" Target="fonts/RobotoSlabLight-bold.fntdata"/><Relationship Id="rId19" Type="http://schemas.openxmlformats.org/officeDocument/2006/relationships/font" Target="fonts/Overpass-bold.fntdata"/><Relationship Id="rId18" Type="http://schemas.openxmlformats.org/officeDocument/2006/relationships/font" Target="fonts/Overpas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77d29277cd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77d29277cd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b47398cd52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b47398cd52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1b2c5665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1b2c5665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a1b2c56651_2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a1b2c56651_2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796ebedc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796ebedc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84339e580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84339e580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a1d4507e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a1d4507e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77a667ef0f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77a667ef0f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4450" y="2571750"/>
            <a:ext cx="9308100" cy="258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03225" y="2571750"/>
            <a:ext cx="8940900" cy="2481600"/>
            <a:chOff x="103225" y="2571750"/>
            <a:chExt cx="8940900" cy="24816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103225" y="2571750"/>
              <a:ext cx="0" cy="2481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9044125" y="2571750"/>
              <a:ext cx="0" cy="2481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03225" y="5053350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" name="Google Shape;15;p2"/>
          <p:cNvSpPr txBox="1"/>
          <p:nvPr/>
        </p:nvSpPr>
        <p:spPr>
          <a:xfrm>
            <a:off x="4697175" y="1320225"/>
            <a:ext cx="36168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1825" y="2977800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2194775" y="1457250"/>
            <a:ext cx="4754400" cy="22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2364775" y="3681600"/>
            <a:ext cx="44178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740500" y="1865638"/>
            <a:ext cx="5473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9042625" y="1877800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3"/>
          <p:cNvSpPr txBox="1"/>
          <p:nvPr>
            <p:ph hasCustomPrompt="1" type="title"/>
          </p:nvPr>
        </p:nvSpPr>
        <p:spPr>
          <a:xfrm>
            <a:off x="2052200" y="2001425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2" type="title"/>
          </p:nvPr>
        </p:nvSpPr>
        <p:spPr>
          <a:xfrm>
            <a:off x="4454300" y="1753298"/>
            <a:ext cx="4321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4468205" y="3131645"/>
            <a:ext cx="3834000" cy="6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621575" y="1228437"/>
            <a:ext cx="7878300" cy="3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3189572" y="-61450"/>
            <a:ext cx="61665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233850" y="1794300"/>
            <a:ext cx="2782800" cy="15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4153278" y="3146801"/>
            <a:ext cx="1837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3906378" y="3458361"/>
            <a:ext cx="20847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6374237" y="580394"/>
            <a:ext cx="19200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6374239" y="883466"/>
            <a:ext cx="2082300" cy="11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39195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4863950" y="2269650"/>
            <a:ext cx="35667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863950" y="1696950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-152400" y="2736075"/>
            <a:ext cx="5080800" cy="21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8"/>
          <p:cNvCxnSpPr/>
          <p:nvPr/>
        </p:nvCxnSpPr>
        <p:spPr>
          <a:xfrm>
            <a:off x="101775" y="2736075"/>
            <a:ext cx="0" cy="2141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2540075" y="4178025"/>
            <a:ext cx="20931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2" type="subTitle"/>
          </p:nvPr>
        </p:nvSpPr>
        <p:spPr>
          <a:xfrm>
            <a:off x="713225" y="2984199"/>
            <a:ext cx="38586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-88225" y="840450"/>
            <a:ext cx="4198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103800" y="840825"/>
            <a:ext cx="0" cy="113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4572000" y="799950"/>
            <a:ext cx="35667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type="title"/>
          </p:nvPr>
        </p:nvSpPr>
        <p:spPr>
          <a:xfrm>
            <a:off x="713225" y="1041931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2285942" y="316339"/>
            <a:ext cx="4972800" cy="152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-116125" y="2561775"/>
            <a:ext cx="9281100" cy="141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2061788" y="723875"/>
            <a:ext cx="5019000" cy="18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2" type="title"/>
          </p:nvPr>
        </p:nvSpPr>
        <p:spPr>
          <a:xfrm>
            <a:off x="2485555" y="2871475"/>
            <a:ext cx="41676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5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3"/>
          <p:cNvCxnSpPr/>
          <p:nvPr/>
        </p:nvCxnSpPr>
        <p:spPr>
          <a:xfrm>
            <a:off x="107975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>
            <a:off x="9040374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625275" y="374693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2" type="title"/>
          </p:nvPr>
        </p:nvSpPr>
        <p:spPr>
          <a:xfrm>
            <a:off x="2042990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1588790" y="1916625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3" type="subTitle"/>
          </p:nvPr>
        </p:nvSpPr>
        <p:spPr>
          <a:xfrm>
            <a:off x="1465040" y="2195840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idx="4" type="title"/>
          </p:nvPr>
        </p:nvSpPr>
        <p:spPr>
          <a:xfrm>
            <a:off x="4542225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5" type="subTitle"/>
          </p:nvPr>
        </p:nvSpPr>
        <p:spPr>
          <a:xfrm>
            <a:off x="4088025" y="190870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6" type="subTitle"/>
          </p:nvPr>
        </p:nvSpPr>
        <p:spPr>
          <a:xfrm>
            <a:off x="3852975" y="2195840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7" type="title"/>
          </p:nvPr>
        </p:nvSpPr>
        <p:spPr>
          <a:xfrm>
            <a:off x="6994306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idx="8" type="subTitle"/>
          </p:nvPr>
        </p:nvSpPr>
        <p:spPr>
          <a:xfrm>
            <a:off x="6541456" y="1908693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9" type="subTitle"/>
          </p:nvPr>
        </p:nvSpPr>
        <p:spPr>
          <a:xfrm>
            <a:off x="6343756" y="2195840"/>
            <a:ext cx="2267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13" type="title"/>
          </p:nvPr>
        </p:nvSpPr>
        <p:spPr>
          <a:xfrm>
            <a:off x="2042990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14" type="subTitle"/>
          </p:nvPr>
        </p:nvSpPr>
        <p:spPr>
          <a:xfrm>
            <a:off x="1588790" y="3830925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5" type="subTitle"/>
          </p:nvPr>
        </p:nvSpPr>
        <p:spPr>
          <a:xfrm>
            <a:off x="1465040" y="4089824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16" type="title"/>
          </p:nvPr>
        </p:nvSpPr>
        <p:spPr>
          <a:xfrm>
            <a:off x="4542225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17" type="subTitle"/>
          </p:nvPr>
        </p:nvSpPr>
        <p:spPr>
          <a:xfrm>
            <a:off x="4089375" y="3830925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8" type="subTitle"/>
          </p:nvPr>
        </p:nvSpPr>
        <p:spPr>
          <a:xfrm>
            <a:off x="3919575" y="4091377"/>
            <a:ext cx="221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6" name="Google Shape;86;p13"/>
          <p:cNvSpPr txBox="1"/>
          <p:nvPr>
            <p:ph hasCustomPrompt="1" idx="19" type="title"/>
          </p:nvPr>
        </p:nvSpPr>
        <p:spPr>
          <a:xfrm>
            <a:off x="6994306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idx="20" type="subTitle"/>
          </p:nvPr>
        </p:nvSpPr>
        <p:spPr>
          <a:xfrm>
            <a:off x="6541456" y="3830925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21" type="subTitle"/>
          </p:nvPr>
        </p:nvSpPr>
        <p:spPr>
          <a:xfrm>
            <a:off x="6371656" y="4091377"/>
            <a:ext cx="221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150" y="2074046"/>
            <a:ext cx="9144000" cy="101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107975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/>
          <p:nvPr/>
        </p:nvCxnSpPr>
        <p:spPr>
          <a:xfrm>
            <a:off x="9040374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2646000" y="2214851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2179558" y="1185101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3" type="subTitle"/>
          </p:nvPr>
        </p:nvSpPr>
        <p:spPr>
          <a:xfrm>
            <a:off x="2179558" y="1480453"/>
            <a:ext cx="2340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8" name="Google Shape;98;p14"/>
          <p:cNvSpPr txBox="1"/>
          <p:nvPr>
            <p:ph hasCustomPrompt="1"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9" name="Google Shape;99;p14"/>
          <p:cNvSpPr txBox="1"/>
          <p:nvPr>
            <p:ph idx="5" type="subTitle"/>
          </p:nvPr>
        </p:nvSpPr>
        <p:spPr>
          <a:xfrm>
            <a:off x="4623144" y="1177178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6" type="subTitle"/>
          </p:nvPr>
        </p:nvSpPr>
        <p:spPr>
          <a:xfrm>
            <a:off x="4621344" y="1480453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hasCustomPrompt="1"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2" name="Google Shape;102;p14"/>
          <p:cNvSpPr txBox="1"/>
          <p:nvPr>
            <p:ph idx="8" type="subTitle"/>
          </p:nvPr>
        </p:nvSpPr>
        <p:spPr>
          <a:xfrm>
            <a:off x="2179558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9" type="subTitle"/>
          </p:nvPr>
        </p:nvSpPr>
        <p:spPr>
          <a:xfrm>
            <a:off x="2179558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4" name="Google Shape;104;p14"/>
          <p:cNvSpPr txBox="1"/>
          <p:nvPr>
            <p:ph hasCustomPrompt="1"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/>
          <p:nvPr>
            <p:ph idx="14" type="subTitle"/>
          </p:nvPr>
        </p:nvSpPr>
        <p:spPr>
          <a:xfrm>
            <a:off x="4623144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" name="Google Shape;106;p14"/>
          <p:cNvSpPr txBox="1"/>
          <p:nvPr>
            <p:ph idx="15" type="subTitle"/>
          </p:nvPr>
        </p:nvSpPr>
        <p:spPr>
          <a:xfrm>
            <a:off x="4623144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5905875" y="874075"/>
            <a:ext cx="32757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-72675" y="2002900"/>
            <a:ext cx="4198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hasCustomPrompt="1" type="title"/>
          </p:nvPr>
        </p:nvSpPr>
        <p:spPr>
          <a:xfrm>
            <a:off x="4454300" y="961363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/>
          <p:nvPr>
            <p:ph idx="2" type="title"/>
          </p:nvPr>
        </p:nvSpPr>
        <p:spPr>
          <a:xfrm>
            <a:off x="4454300" y="1954962"/>
            <a:ext cx="4321500" cy="12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454300" y="3158539"/>
            <a:ext cx="3834000" cy="6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4" name="Google Shape;114;p15"/>
          <p:cNvCxnSpPr/>
          <p:nvPr/>
        </p:nvCxnSpPr>
        <p:spPr>
          <a:xfrm>
            <a:off x="9042625" y="882362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101785" y="2015050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>
            <p:ph hasCustomPrompt="1" type="title"/>
          </p:nvPr>
        </p:nvSpPr>
        <p:spPr>
          <a:xfrm>
            <a:off x="1067805" y="2016996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16"/>
          <p:cNvSpPr txBox="1"/>
          <p:nvPr>
            <p:ph idx="2" type="title"/>
          </p:nvPr>
        </p:nvSpPr>
        <p:spPr>
          <a:xfrm>
            <a:off x="2704980" y="1687479"/>
            <a:ext cx="4321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5990546" y="2017000"/>
            <a:ext cx="1936500" cy="11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627060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6_1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394185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4577950" y="1147025"/>
            <a:ext cx="4587000" cy="283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hasCustomPrompt="1" type="title"/>
          </p:nvPr>
        </p:nvSpPr>
        <p:spPr>
          <a:xfrm>
            <a:off x="583481" y="1624250"/>
            <a:ext cx="3858900" cy="18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9"/>
          <p:cNvSpPr txBox="1"/>
          <p:nvPr>
            <p:ph idx="2" type="title"/>
          </p:nvPr>
        </p:nvSpPr>
        <p:spPr>
          <a:xfrm>
            <a:off x="5044325" y="1437700"/>
            <a:ext cx="2985000" cy="22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5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MAIN_POINT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4724000" y="2937140"/>
            <a:ext cx="20931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35" name="Google Shape;135;p20"/>
          <p:cNvSpPr txBox="1"/>
          <p:nvPr>
            <p:ph idx="2" type="subTitle"/>
          </p:nvPr>
        </p:nvSpPr>
        <p:spPr>
          <a:xfrm>
            <a:off x="4724000" y="1702013"/>
            <a:ext cx="37158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3180600" y="-56625"/>
            <a:ext cx="27828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3180600" y="294790"/>
            <a:ext cx="2782800" cy="15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945404" y="2847226"/>
            <a:ext cx="1837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2" type="subTitle"/>
          </p:nvPr>
        </p:nvSpPr>
        <p:spPr>
          <a:xfrm>
            <a:off x="698504" y="3158786"/>
            <a:ext cx="20847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3" type="subTitle"/>
          </p:nvPr>
        </p:nvSpPr>
        <p:spPr>
          <a:xfrm>
            <a:off x="6315342" y="2847219"/>
            <a:ext cx="19200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4" type="subTitle"/>
          </p:nvPr>
        </p:nvSpPr>
        <p:spPr>
          <a:xfrm>
            <a:off x="6315342" y="3150291"/>
            <a:ext cx="2082300" cy="11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1" type="subTitle"/>
          </p:nvPr>
        </p:nvSpPr>
        <p:spPr>
          <a:xfrm>
            <a:off x="625300" y="1217725"/>
            <a:ext cx="3892200" cy="3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2" type="subTitle"/>
          </p:nvPr>
        </p:nvSpPr>
        <p:spPr>
          <a:xfrm>
            <a:off x="4571998" y="1217725"/>
            <a:ext cx="3804300" cy="3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2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2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_1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699000" y="744746"/>
            <a:ext cx="2115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2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ONLY_3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3167950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6"/>
          <p:cNvSpPr txBox="1"/>
          <p:nvPr>
            <p:ph type="title"/>
          </p:nvPr>
        </p:nvSpPr>
        <p:spPr>
          <a:xfrm>
            <a:off x="54060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4367289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2" type="subTitle"/>
          </p:nvPr>
        </p:nvSpPr>
        <p:spPr>
          <a:xfrm>
            <a:off x="3868989" y="270716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3" type="subTitle"/>
          </p:nvPr>
        </p:nvSpPr>
        <p:spPr>
          <a:xfrm>
            <a:off x="6574025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4" type="subTitle"/>
          </p:nvPr>
        </p:nvSpPr>
        <p:spPr>
          <a:xfrm>
            <a:off x="6075725" y="270716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ONLY_3_2"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 rot="5400000">
            <a:off x="2171625" y="1555375"/>
            <a:ext cx="5160600" cy="20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7"/>
          <p:cNvGrpSpPr/>
          <p:nvPr/>
        </p:nvGrpSpPr>
        <p:grpSpPr>
          <a:xfrm flipH="1">
            <a:off x="3732313" y="101275"/>
            <a:ext cx="5282613" cy="4935100"/>
            <a:chOff x="101561" y="101275"/>
            <a:chExt cx="4473000" cy="4935100"/>
          </a:xfrm>
        </p:grpSpPr>
        <p:cxnSp>
          <p:nvCxnSpPr>
            <p:cNvPr id="169" name="Google Shape;169;p27"/>
            <p:cNvCxnSpPr/>
            <p:nvPr/>
          </p:nvCxnSpPr>
          <p:spPr>
            <a:xfrm rot="10800000">
              <a:off x="103276" y="3441000"/>
              <a:ext cx="0" cy="1587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7"/>
            <p:cNvCxnSpPr/>
            <p:nvPr/>
          </p:nvCxnSpPr>
          <p:spPr>
            <a:xfrm rot="10800000">
              <a:off x="101561" y="5036375"/>
              <a:ext cx="447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7"/>
            <p:cNvCxnSpPr/>
            <p:nvPr/>
          </p:nvCxnSpPr>
          <p:spPr>
            <a:xfrm rot="10800000">
              <a:off x="101561" y="101275"/>
              <a:ext cx="447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27"/>
            <p:cNvCxnSpPr/>
            <p:nvPr/>
          </p:nvCxnSpPr>
          <p:spPr>
            <a:xfrm rot="10800000">
              <a:off x="103284" y="115475"/>
              <a:ext cx="0" cy="174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3" name="Google Shape;173;p2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7"/>
          <p:cNvSpPr txBox="1"/>
          <p:nvPr>
            <p:ph type="title"/>
          </p:nvPr>
        </p:nvSpPr>
        <p:spPr>
          <a:xfrm>
            <a:off x="713225" y="5395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>
            <a:off x="3814725" y="5395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2" type="subTitle"/>
          </p:nvPr>
        </p:nvSpPr>
        <p:spPr>
          <a:xfrm>
            <a:off x="3814725" y="91219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3" type="subTitle"/>
          </p:nvPr>
        </p:nvSpPr>
        <p:spPr>
          <a:xfrm>
            <a:off x="3814725" y="2039536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27"/>
          <p:cNvSpPr txBox="1"/>
          <p:nvPr>
            <p:ph idx="4" type="subTitle"/>
          </p:nvPr>
        </p:nvSpPr>
        <p:spPr>
          <a:xfrm>
            <a:off x="3814725" y="2412230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79" name="Google Shape;179;p27"/>
          <p:cNvSpPr txBox="1"/>
          <p:nvPr>
            <p:ph idx="5" type="subTitle"/>
          </p:nvPr>
        </p:nvSpPr>
        <p:spPr>
          <a:xfrm>
            <a:off x="3814725" y="35394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0" name="Google Shape;180;p27"/>
          <p:cNvSpPr txBox="1"/>
          <p:nvPr>
            <p:ph idx="6" type="subTitle"/>
          </p:nvPr>
        </p:nvSpPr>
        <p:spPr>
          <a:xfrm>
            <a:off x="3814725" y="391209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ONLY_3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-25974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28"/>
          <p:cNvSpPr txBox="1"/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" type="subTitle"/>
          </p:nvPr>
        </p:nvSpPr>
        <p:spPr>
          <a:xfrm>
            <a:off x="1433564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2" type="subTitle"/>
          </p:nvPr>
        </p:nvSpPr>
        <p:spPr>
          <a:xfrm>
            <a:off x="935264" y="270568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3" type="subTitle"/>
          </p:nvPr>
        </p:nvSpPr>
        <p:spPr>
          <a:xfrm>
            <a:off x="3892018" y="2327453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4" type="subTitle"/>
          </p:nvPr>
        </p:nvSpPr>
        <p:spPr>
          <a:xfrm>
            <a:off x="3393718" y="270568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TITLE_ONLY_3_1_1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101550" y="109375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 rot="5400000">
            <a:off x="2171625" y="1555375"/>
            <a:ext cx="5160600" cy="20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1" type="subTitle"/>
          </p:nvPr>
        </p:nvSpPr>
        <p:spPr>
          <a:xfrm>
            <a:off x="3814725" y="5375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idx="2" type="subTitle"/>
          </p:nvPr>
        </p:nvSpPr>
        <p:spPr>
          <a:xfrm>
            <a:off x="3814725" y="90870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3" type="subTitle"/>
          </p:nvPr>
        </p:nvSpPr>
        <p:spPr>
          <a:xfrm>
            <a:off x="3814725" y="2150549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4" type="subTitle"/>
          </p:nvPr>
        </p:nvSpPr>
        <p:spPr>
          <a:xfrm>
            <a:off x="3814725" y="2531948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5" type="subTitle"/>
          </p:nvPr>
        </p:nvSpPr>
        <p:spPr>
          <a:xfrm>
            <a:off x="3814725" y="3770513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6" type="subTitle"/>
          </p:nvPr>
        </p:nvSpPr>
        <p:spPr>
          <a:xfrm>
            <a:off x="3814725" y="4151913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1_2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1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>
            <p:ph type="title"/>
          </p:nvPr>
        </p:nvSpPr>
        <p:spPr>
          <a:xfrm>
            <a:off x="4876902" y="120065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1_1_1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>
            <p:ph type="title"/>
          </p:nvPr>
        </p:nvSpPr>
        <p:spPr>
          <a:xfrm>
            <a:off x="713227" y="3109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_1_1_1"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>
            <p:ph type="title"/>
          </p:nvPr>
        </p:nvSpPr>
        <p:spPr>
          <a:xfrm>
            <a:off x="713227" y="5395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489900" y="2183550"/>
            <a:ext cx="22707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3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2_3"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6"/>
          <p:cNvSpPr/>
          <p:nvPr/>
        </p:nvSpPr>
        <p:spPr>
          <a:xfrm>
            <a:off x="0" y="1234075"/>
            <a:ext cx="2906400" cy="267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0" name="Google Shape;220;p36"/>
          <p:cNvCxnSpPr/>
          <p:nvPr/>
        </p:nvCxnSpPr>
        <p:spPr>
          <a:xfrm>
            <a:off x="103800" y="1235275"/>
            <a:ext cx="0" cy="268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6"/>
          <p:cNvSpPr txBox="1"/>
          <p:nvPr>
            <p:ph type="title"/>
          </p:nvPr>
        </p:nvSpPr>
        <p:spPr>
          <a:xfrm>
            <a:off x="713225" y="2183550"/>
            <a:ext cx="22707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609547" y="378511"/>
            <a:ext cx="3946800" cy="13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3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2_2_1"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713225" y="353950"/>
            <a:ext cx="7726800" cy="7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2_1"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9"/>
          <p:cNvSpPr txBox="1"/>
          <p:nvPr>
            <p:ph type="title"/>
          </p:nvPr>
        </p:nvSpPr>
        <p:spPr>
          <a:xfrm>
            <a:off x="491400" y="1929600"/>
            <a:ext cx="22677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2_1_1"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0"/>
          <p:cNvSpPr txBox="1"/>
          <p:nvPr>
            <p:ph type="title"/>
          </p:nvPr>
        </p:nvSpPr>
        <p:spPr>
          <a:xfrm>
            <a:off x="6172200" y="420540"/>
            <a:ext cx="22677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2897" y="-49925"/>
            <a:ext cx="9144000" cy="5208300"/>
          </a:xfrm>
          <a:prstGeom prst="rect">
            <a:avLst/>
          </a:prstGeom>
          <a:solidFill>
            <a:schemeClr val="dk1">
              <a:alpha val="648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2724150" y="0"/>
            <a:ext cx="3695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38" name="Google Shape;238;p41"/>
          <p:cNvCxnSpPr/>
          <p:nvPr/>
        </p:nvCxnSpPr>
        <p:spPr>
          <a:xfrm>
            <a:off x="2703648" y="106200"/>
            <a:ext cx="381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41"/>
          <p:cNvCxnSpPr/>
          <p:nvPr/>
        </p:nvCxnSpPr>
        <p:spPr>
          <a:xfrm>
            <a:off x="2703648" y="5037300"/>
            <a:ext cx="381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41"/>
          <p:cNvSpPr txBox="1"/>
          <p:nvPr>
            <p:ph type="title"/>
          </p:nvPr>
        </p:nvSpPr>
        <p:spPr>
          <a:xfrm>
            <a:off x="2724150" y="354084"/>
            <a:ext cx="36957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4_1"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2"/>
          <p:cNvSpPr txBox="1"/>
          <p:nvPr>
            <p:ph type="title"/>
          </p:nvPr>
        </p:nvSpPr>
        <p:spPr>
          <a:xfrm>
            <a:off x="713225" y="682725"/>
            <a:ext cx="20841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4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678626" y="323575"/>
            <a:ext cx="7795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3"/>
          <p:cNvSpPr txBox="1"/>
          <p:nvPr>
            <p:ph idx="1" type="subTitle"/>
          </p:nvPr>
        </p:nvSpPr>
        <p:spPr>
          <a:xfrm>
            <a:off x="1129018" y="1419022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2" type="subTitle"/>
          </p:nvPr>
        </p:nvSpPr>
        <p:spPr>
          <a:xfrm>
            <a:off x="1005268" y="17013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48" name="Google Shape;248;p43"/>
          <p:cNvSpPr txBox="1"/>
          <p:nvPr>
            <p:ph idx="3" type="subTitle"/>
          </p:nvPr>
        </p:nvSpPr>
        <p:spPr>
          <a:xfrm>
            <a:off x="3549953" y="141422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4" type="subTitle"/>
          </p:nvPr>
        </p:nvSpPr>
        <p:spPr>
          <a:xfrm>
            <a:off x="3426503" y="1701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0" name="Google Shape;250;p43"/>
          <p:cNvSpPr txBox="1"/>
          <p:nvPr>
            <p:ph idx="5" type="subTitle"/>
          </p:nvPr>
        </p:nvSpPr>
        <p:spPr>
          <a:xfrm>
            <a:off x="6059184" y="1414222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6" type="subTitle"/>
          </p:nvPr>
        </p:nvSpPr>
        <p:spPr>
          <a:xfrm>
            <a:off x="5883984" y="1701365"/>
            <a:ext cx="2222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2" name="Google Shape;252;p43"/>
          <p:cNvSpPr txBox="1"/>
          <p:nvPr>
            <p:ph idx="7" type="subTitle"/>
          </p:nvPr>
        </p:nvSpPr>
        <p:spPr>
          <a:xfrm>
            <a:off x="1129018" y="2684950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3" name="Google Shape;253;p43"/>
          <p:cNvSpPr txBox="1"/>
          <p:nvPr>
            <p:ph idx="8" type="subTitle"/>
          </p:nvPr>
        </p:nvSpPr>
        <p:spPr>
          <a:xfrm>
            <a:off x="1005268" y="2947812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4" name="Google Shape;254;p43"/>
          <p:cNvSpPr txBox="1"/>
          <p:nvPr>
            <p:ph idx="9" type="subTitle"/>
          </p:nvPr>
        </p:nvSpPr>
        <p:spPr>
          <a:xfrm>
            <a:off x="3551303" y="2684950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5" name="Google Shape;255;p43"/>
          <p:cNvSpPr txBox="1"/>
          <p:nvPr>
            <p:ph idx="13" type="subTitle"/>
          </p:nvPr>
        </p:nvSpPr>
        <p:spPr>
          <a:xfrm>
            <a:off x="3426503" y="2949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6" name="Google Shape;256;p43"/>
          <p:cNvSpPr txBox="1"/>
          <p:nvPr>
            <p:ph idx="14" type="subTitle"/>
          </p:nvPr>
        </p:nvSpPr>
        <p:spPr>
          <a:xfrm>
            <a:off x="6059184" y="2684950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15" type="subTitle"/>
          </p:nvPr>
        </p:nvSpPr>
        <p:spPr>
          <a:xfrm>
            <a:off x="5934384" y="2949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8" name="Google Shape;258;p4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4_1"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2397750" y="323575"/>
            <a:ext cx="607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" name="Google Shape;261;p44"/>
          <p:cNvSpPr txBox="1"/>
          <p:nvPr>
            <p:ph idx="1" type="subTitle"/>
          </p:nvPr>
        </p:nvSpPr>
        <p:spPr>
          <a:xfrm>
            <a:off x="3201193" y="1571422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44"/>
          <p:cNvSpPr txBox="1"/>
          <p:nvPr>
            <p:ph idx="2" type="subTitle"/>
          </p:nvPr>
        </p:nvSpPr>
        <p:spPr>
          <a:xfrm>
            <a:off x="3201193" y="18537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4"/>
          <p:cNvSpPr txBox="1"/>
          <p:nvPr>
            <p:ph idx="3" type="subTitle"/>
          </p:nvPr>
        </p:nvSpPr>
        <p:spPr>
          <a:xfrm>
            <a:off x="6341184" y="156662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4" name="Google Shape;264;p44"/>
          <p:cNvSpPr txBox="1"/>
          <p:nvPr>
            <p:ph idx="4" type="subTitle"/>
          </p:nvPr>
        </p:nvSpPr>
        <p:spPr>
          <a:xfrm>
            <a:off x="6341184" y="18537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44"/>
          <p:cNvSpPr txBox="1"/>
          <p:nvPr>
            <p:ph idx="5" type="subTitle"/>
          </p:nvPr>
        </p:nvSpPr>
        <p:spPr>
          <a:xfrm>
            <a:off x="6341184" y="2665518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6" name="Google Shape;266;p44"/>
          <p:cNvSpPr txBox="1"/>
          <p:nvPr>
            <p:ph idx="6" type="subTitle"/>
          </p:nvPr>
        </p:nvSpPr>
        <p:spPr>
          <a:xfrm>
            <a:off x="6341184" y="2952661"/>
            <a:ext cx="2222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44"/>
          <p:cNvSpPr txBox="1"/>
          <p:nvPr>
            <p:ph idx="7" type="subTitle"/>
          </p:nvPr>
        </p:nvSpPr>
        <p:spPr>
          <a:xfrm>
            <a:off x="3201193" y="2670711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8" name="Google Shape;268;p44"/>
          <p:cNvSpPr txBox="1"/>
          <p:nvPr>
            <p:ph idx="8" type="subTitle"/>
          </p:nvPr>
        </p:nvSpPr>
        <p:spPr>
          <a:xfrm>
            <a:off x="3201193" y="2954334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4"/>
          <p:cNvSpPr txBox="1"/>
          <p:nvPr>
            <p:ph idx="9" type="subTitle"/>
          </p:nvPr>
        </p:nvSpPr>
        <p:spPr>
          <a:xfrm>
            <a:off x="3201193" y="3785607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0" name="Google Shape;270;p44"/>
          <p:cNvSpPr txBox="1"/>
          <p:nvPr>
            <p:ph idx="13" type="subTitle"/>
          </p:nvPr>
        </p:nvSpPr>
        <p:spPr>
          <a:xfrm>
            <a:off x="3201193" y="4070783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44"/>
          <p:cNvSpPr txBox="1"/>
          <p:nvPr>
            <p:ph idx="14" type="subTitle"/>
          </p:nvPr>
        </p:nvSpPr>
        <p:spPr>
          <a:xfrm>
            <a:off x="6341184" y="3787383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2" name="Google Shape;272;p44"/>
          <p:cNvSpPr txBox="1"/>
          <p:nvPr>
            <p:ph idx="15" type="subTitle"/>
          </p:nvPr>
        </p:nvSpPr>
        <p:spPr>
          <a:xfrm>
            <a:off x="6341184" y="4072559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4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/>
          <p:nvPr/>
        </p:nvSpPr>
        <p:spPr>
          <a:xfrm>
            <a:off x="2766683" y="357561"/>
            <a:ext cx="5559600" cy="448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6" name="Google Shape;276;p45"/>
          <p:cNvSpPr txBox="1"/>
          <p:nvPr>
            <p:ph idx="1" type="subTitle"/>
          </p:nvPr>
        </p:nvSpPr>
        <p:spPr>
          <a:xfrm>
            <a:off x="3845043" y="1000523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7" name="Google Shape;277;p45"/>
          <p:cNvSpPr txBox="1"/>
          <p:nvPr>
            <p:ph idx="2" type="subTitle"/>
          </p:nvPr>
        </p:nvSpPr>
        <p:spPr>
          <a:xfrm>
            <a:off x="3845043" y="1263389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45"/>
          <p:cNvSpPr txBox="1"/>
          <p:nvPr>
            <p:ph idx="3" type="subTitle"/>
          </p:nvPr>
        </p:nvSpPr>
        <p:spPr>
          <a:xfrm>
            <a:off x="3845043" y="30882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9" name="Google Shape;279;p45"/>
          <p:cNvSpPr txBox="1"/>
          <p:nvPr>
            <p:ph idx="4" type="subTitle"/>
          </p:nvPr>
        </p:nvSpPr>
        <p:spPr>
          <a:xfrm>
            <a:off x="6411818" y="1263378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45"/>
          <p:cNvSpPr txBox="1"/>
          <p:nvPr>
            <p:ph idx="5" type="subTitle"/>
          </p:nvPr>
        </p:nvSpPr>
        <p:spPr>
          <a:xfrm>
            <a:off x="6411068" y="999173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1" name="Google Shape;281;p45"/>
          <p:cNvSpPr txBox="1"/>
          <p:nvPr>
            <p:ph idx="6" type="subTitle"/>
          </p:nvPr>
        </p:nvSpPr>
        <p:spPr>
          <a:xfrm>
            <a:off x="3845043" y="3350418"/>
            <a:ext cx="1649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45"/>
          <p:cNvSpPr txBox="1"/>
          <p:nvPr>
            <p:ph idx="7" type="subTitle"/>
          </p:nvPr>
        </p:nvSpPr>
        <p:spPr>
          <a:xfrm>
            <a:off x="6411818" y="30882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3" name="Google Shape;283;p45"/>
          <p:cNvSpPr txBox="1"/>
          <p:nvPr>
            <p:ph idx="8" type="subTitle"/>
          </p:nvPr>
        </p:nvSpPr>
        <p:spPr>
          <a:xfrm>
            <a:off x="6411818" y="3351760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696450" y="1555800"/>
            <a:ext cx="18576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" name="Google Shape;285;p4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2"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/>
          <p:nvPr/>
        </p:nvSpPr>
        <p:spPr>
          <a:xfrm>
            <a:off x="4116250" y="2066300"/>
            <a:ext cx="5208900" cy="10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6"/>
          <p:cNvSpPr txBox="1"/>
          <p:nvPr>
            <p:ph idx="1" type="subTitle"/>
          </p:nvPr>
        </p:nvSpPr>
        <p:spPr>
          <a:xfrm>
            <a:off x="1617018" y="695723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46"/>
          <p:cNvSpPr txBox="1"/>
          <p:nvPr>
            <p:ph idx="2" type="subTitle"/>
          </p:nvPr>
        </p:nvSpPr>
        <p:spPr>
          <a:xfrm>
            <a:off x="1617018" y="958589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46"/>
          <p:cNvSpPr txBox="1"/>
          <p:nvPr>
            <p:ph idx="3" type="subTitle"/>
          </p:nvPr>
        </p:nvSpPr>
        <p:spPr>
          <a:xfrm>
            <a:off x="1617018" y="33930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46"/>
          <p:cNvSpPr txBox="1"/>
          <p:nvPr>
            <p:ph idx="4" type="subTitle"/>
          </p:nvPr>
        </p:nvSpPr>
        <p:spPr>
          <a:xfrm>
            <a:off x="1617018" y="3655218"/>
            <a:ext cx="1649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46"/>
          <p:cNvSpPr txBox="1"/>
          <p:nvPr>
            <p:ph idx="5" type="subTitle"/>
          </p:nvPr>
        </p:nvSpPr>
        <p:spPr>
          <a:xfrm>
            <a:off x="1617018" y="2047268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4" name="Google Shape;294;p46"/>
          <p:cNvSpPr txBox="1"/>
          <p:nvPr>
            <p:ph idx="6" type="subTitle"/>
          </p:nvPr>
        </p:nvSpPr>
        <p:spPr>
          <a:xfrm>
            <a:off x="1617018" y="2310740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46"/>
          <p:cNvSpPr txBox="1"/>
          <p:nvPr>
            <p:ph type="title"/>
          </p:nvPr>
        </p:nvSpPr>
        <p:spPr>
          <a:xfrm>
            <a:off x="4571475" y="2238025"/>
            <a:ext cx="38685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4800600" y="740624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9" name="Google Shape;299;p47"/>
          <p:cNvSpPr txBox="1"/>
          <p:nvPr>
            <p:ph idx="2" type="subTitle"/>
          </p:nvPr>
        </p:nvSpPr>
        <p:spPr>
          <a:xfrm>
            <a:off x="4800600" y="1098397"/>
            <a:ext cx="34050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47"/>
          <p:cNvSpPr txBox="1"/>
          <p:nvPr>
            <p:ph idx="3" type="subTitle"/>
          </p:nvPr>
        </p:nvSpPr>
        <p:spPr>
          <a:xfrm>
            <a:off x="4800600" y="3611735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1" name="Google Shape;301;p47"/>
          <p:cNvSpPr txBox="1"/>
          <p:nvPr>
            <p:ph idx="4" type="subTitle"/>
          </p:nvPr>
        </p:nvSpPr>
        <p:spPr>
          <a:xfrm>
            <a:off x="4800600" y="2060915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47"/>
          <p:cNvSpPr txBox="1"/>
          <p:nvPr>
            <p:ph idx="5" type="subTitle"/>
          </p:nvPr>
        </p:nvSpPr>
        <p:spPr>
          <a:xfrm>
            <a:off x="4800600" y="1698951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3" name="Google Shape;303;p47"/>
          <p:cNvSpPr txBox="1"/>
          <p:nvPr>
            <p:ph idx="6" type="subTitle"/>
          </p:nvPr>
        </p:nvSpPr>
        <p:spPr>
          <a:xfrm>
            <a:off x="4800600" y="3970871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47"/>
          <p:cNvSpPr txBox="1"/>
          <p:nvPr>
            <p:ph type="title"/>
          </p:nvPr>
        </p:nvSpPr>
        <p:spPr>
          <a:xfrm>
            <a:off x="603150" y="1892800"/>
            <a:ext cx="2044200" cy="11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p47"/>
          <p:cNvSpPr txBox="1"/>
          <p:nvPr>
            <p:ph idx="7" type="subTitle"/>
          </p:nvPr>
        </p:nvSpPr>
        <p:spPr>
          <a:xfrm>
            <a:off x="4800600" y="3020457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6" name="Google Shape;306;p47"/>
          <p:cNvSpPr txBox="1"/>
          <p:nvPr>
            <p:ph idx="8" type="subTitle"/>
          </p:nvPr>
        </p:nvSpPr>
        <p:spPr>
          <a:xfrm>
            <a:off x="4800600" y="2658653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1_1_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8"/>
          <p:cNvSpPr txBox="1"/>
          <p:nvPr>
            <p:ph idx="1" type="subTitle"/>
          </p:nvPr>
        </p:nvSpPr>
        <p:spPr>
          <a:xfrm>
            <a:off x="1440172" y="1904975"/>
            <a:ext cx="14640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2" type="subTitle"/>
          </p:nvPr>
        </p:nvSpPr>
        <p:spPr>
          <a:xfrm>
            <a:off x="713225" y="2262750"/>
            <a:ext cx="21912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3" type="subTitle"/>
          </p:nvPr>
        </p:nvSpPr>
        <p:spPr>
          <a:xfrm>
            <a:off x="6220767" y="3388835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48"/>
          <p:cNvSpPr txBox="1"/>
          <p:nvPr>
            <p:ph idx="4" type="subTitle"/>
          </p:nvPr>
        </p:nvSpPr>
        <p:spPr>
          <a:xfrm>
            <a:off x="6220767" y="2266940"/>
            <a:ext cx="2194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5" type="subTitle"/>
          </p:nvPr>
        </p:nvSpPr>
        <p:spPr>
          <a:xfrm>
            <a:off x="6220767" y="1904976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48"/>
          <p:cNvSpPr txBox="1"/>
          <p:nvPr>
            <p:ph idx="6" type="subTitle"/>
          </p:nvPr>
        </p:nvSpPr>
        <p:spPr>
          <a:xfrm>
            <a:off x="6220767" y="3747971"/>
            <a:ext cx="2194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48"/>
          <p:cNvSpPr txBox="1"/>
          <p:nvPr>
            <p:ph type="title"/>
          </p:nvPr>
        </p:nvSpPr>
        <p:spPr>
          <a:xfrm>
            <a:off x="1928825" y="377276"/>
            <a:ext cx="52863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" name="Google Shape;316;p48"/>
          <p:cNvSpPr txBox="1"/>
          <p:nvPr>
            <p:ph idx="7" type="subTitle"/>
          </p:nvPr>
        </p:nvSpPr>
        <p:spPr>
          <a:xfrm>
            <a:off x="715348" y="3751475"/>
            <a:ext cx="2188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48"/>
          <p:cNvSpPr txBox="1"/>
          <p:nvPr>
            <p:ph idx="8" type="subTitle"/>
          </p:nvPr>
        </p:nvSpPr>
        <p:spPr>
          <a:xfrm>
            <a:off x="1438823" y="3389675"/>
            <a:ext cx="14655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2">
  <p:cSld name="CUSTOM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/>
          <p:nvPr/>
        </p:nvSpPr>
        <p:spPr>
          <a:xfrm>
            <a:off x="0" y="2571750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0" name="Google Shape;320;p49"/>
          <p:cNvSpPr txBox="1"/>
          <p:nvPr>
            <p:ph idx="1" type="subTitle"/>
          </p:nvPr>
        </p:nvSpPr>
        <p:spPr>
          <a:xfrm>
            <a:off x="3878479" y="3404434"/>
            <a:ext cx="13806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49"/>
          <p:cNvSpPr txBox="1"/>
          <p:nvPr>
            <p:ph idx="2" type="subTitle"/>
          </p:nvPr>
        </p:nvSpPr>
        <p:spPr>
          <a:xfrm>
            <a:off x="3718125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9"/>
          <p:cNvSpPr txBox="1"/>
          <p:nvPr>
            <p:ph idx="3" type="subTitle"/>
          </p:nvPr>
        </p:nvSpPr>
        <p:spPr>
          <a:xfrm>
            <a:off x="1160379" y="340443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49"/>
          <p:cNvSpPr txBox="1"/>
          <p:nvPr>
            <p:ph idx="4" type="subTitle"/>
          </p:nvPr>
        </p:nvSpPr>
        <p:spPr>
          <a:xfrm>
            <a:off x="6443575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49"/>
          <p:cNvSpPr txBox="1"/>
          <p:nvPr>
            <p:ph idx="5" type="subTitle"/>
          </p:nvPr>
        </p:nvSpPr>
        <p:spPr>
          <a:xfrm>
            <a:off x="6607154" y="3403984"/>
            <a:ext cx="138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49"/>
          <p:cNvSpPr txBox="1"/>
          <p:nvPr>
            <p:ph idx="6" type="subTitle"/>
          </p:nvPr>
        </p:nvSpPr>
        <p:spPr>
          <a:xfrm>
            <a:off x="999200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9"/>
          <p:cNvSpPr txBox="1"/>
          <p:nvPr>
            <p:ph type="title"/>
          </p:nvPr>
        </p:nvSpPr>
        <p:spPr>
          <a:xfrm>
            <a:off x="1092825" y="316735"/>
            <a:ext cx="69519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7" name="Google Shape;327;p4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49"/>
          <p:cNvGrpSpPr/>
          <p:nvPr/>
        </p:nvGrpSpPr>
        <p:grpSpPr>
          <a:xfrm>
            <a:off x="101550" y="2571913"/>
            <a:ext cx="8941926" cy="2465867"/>
            <a:chOff x="101550" y="4001975"/>
            <a:chExt cx="8941926" cy="1035600"/>
          </a:xfrm>
        </p:grpSpPr>
        <p:cxnSp>
          <p:nvCxnSpPr>
            <p:cNvPr id="329" name="Google Shape;329;p49"/>
            <p:cNvCxnSpPr/>
            <p:nvPr/>
          </p:nvCxnSpPr>
          <p:spPr>
            <a:xfrm>
              <a:off x="102576" y="5037402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49"/>
            <p:cNvCxnSpPr/>
            <p:nvPr/>
          </p:nvCxnSpPr>
          <p:spPr>
            <a:xfrm>
              <a:off x="9042449" y="4001975"/>
              <a:ext cx="0" cy="1035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49"/>
            <p:cNvCxnSpPr/>
            <p:nvPr/>
          </p:nvCxnSpPr>
          <p:spPr>
            <a:xfrm>
              <a:off x="101550" y="4001975"/>
              <a:ext cx="0" cy="1035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3">
  <p:cSld name="CUSTOM_1_1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4371899" y="2231747"/>
            <a:ext cx="13806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4" name="Google Shape;334;p50"/>
          <p:cNvSpPr txBox="1"/>
          <p:nvPr>
            <p:ph idx="2" type="subTitle"/>
          </p:nvPr>
        </p:nvSpPr>
        <p:spPr>
          <a:xfrm>
            <a:off x="4240062" y="253440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50"/>
          <p:cNvSpPr txBox="1"/>
          <p:nvPr>
            <p:ph idx="3" type="subTitle"/>
          </p:nvPr>
        </p:nvSpPr>
        <p:spPr>
          <a:xfrm>
            <a:off x="6878236" y="983309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6" name="Google Shape;336;p50"/>
          <p:cNvSpPr txBox="1"/>
          <p:nvPr>
            <p:ph idx="4" type="subTitle"/>
          </p:nvPr>
        </p:nvSpPr>
        <p:spPr>
          <a:xfrm>
            <a:off x="6878238" y="378330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50"/>
          <p:cNvSpPr txBox="1"/>
          <p:nvPr>
            <p:ph idx="5" type="subTitle"/>
          </p:nvPr>
        </p:nvSpPr>
        <p:spPr>
          <a:xfrm>
            <a:off x="6878236" y="3480209"/>
            <a:ext cx="138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50"/>
          <p:cNvSpPr txBox="1"/>
          <p:nvPr>
            <p:ph idx="6" type="subTitle"/>
          </p:nvPr>
        </p:nvSpPr>
        <p:spPr>
          <a:xfrm>
            <a:off x="6878237" y="128595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50"/>
          <p:cNvSpPr txBox="1"/>
          <p:nvPr>
            <p:ph type="title"/>
          </p:nvPr>
        </p:nvSpPr>
        <p:spPr>
          <a:xfrm>
            <a:off x="713225" y="316725"/>
            <a:ext cx="2457300" cy="16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p5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5">
  <p:cSld name="CUSTOM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idx="1" type="subTitle"/>
          </p:nvPr>
        </p:nvSpPr>
        <p:spPr>
          <a:xfrm>
            <a:off x="1097425" y="141965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3" name="Google Shape;343;p51"/>
          <p:cNvSpPr txBox="1"/>
          <p:nvPr>
            <p:ph idx="2" type="subTitle"/>
          </p:nvPr>
        </p:nvSpPr>
        <p:spPr>
          <a:xfrm>
            <a:off x="491125" y="1770605"/>
            <a:ext cx="1985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51"/>
          <p:cNvSpPr txBox="1"/>
          <p:nvPr>
            <p:ph idx="3" type="subTitle"/>
          </p:nvPr>
        </p:nvSpPr>
        <p:spPr>
          <a:xfrm>
            <a:off x="1097425" y="266987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" name="Google Shape;345;p51"/>
          <p:cNvSpPr txBox="1"/>
          <p:nvPr>
            <p:ph idx="4" type="subTitle"/>
          </p:nvPr>
        </p:nvSpPr>
        <p:spPr>
          <a:xfrm>
            <a:off x="492025" y="3022471"/>
            <a:ext cx="1984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51"/>
          <p:cNvSpPr txBox="1"/>
          <p:nvPr>
            <p:ph idx="5" type="subTitle"/>
          </p:nvPr>
        </p:nvSpPr>
        <p:spPr>
          <a:xfrm>
            <a:off x="6688052" y="141965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7" name="Google Shape;347;p51"/>
          <p:cNvSpPr txBox="1"/>
          <p:nvPr>
            <p:ph idx="6" type="subTitle"/>
          </p:nvPr>
        </p:nvSpPr>
        <p:spPr>
          <a:xfrm>
            <a:off x="6688052" y="1767956"/>
            <a:ext cx="1985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51"/>
          <p:cNvSpPr txBox="1"/>
          <p:nvPr>
            <p:ph idx="7" type="subTitle"/>
          </p:nvPr>
        </p:nvSpPr>
        <p:spPr>
          <a:xfrm>
            <a:off x="6668083" y="26673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9" name="Google Shape;349;p51"/>
          <p:cNvSpPr txBox="1"/>
          <p:nvPr>
            <p:ph idx="8" type="subTitle"/>
          </p:nvPr>
        </p:nvSpPr>
        <p:spPr>
          <a:xfrm>
            <a:off x="6668083" y="3023302"/>
            <a:ext cx="1984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51"/>
          <p:cNvSpPr txBox="1"/>
          <p:nvPr>
            <p:ph type="title"/>
          </p:nvPr>
        </p:nvSpPr>
        <p:spPr>
          <a:xfrm>
            <a:off x="2680670" y="442691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5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6">
  <p:cSld name="CUSTOM_2_3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/>
          <p:nvPr/>
        </p:nvSpPr>
        <p:spPr>
          <a:xfrm rot="-5400000">
            <a:off x="5197775" y="524950"/>
            <a:ext cx="3474300" cy="459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p52"/>
          <p:cNvSpPr txBox="1"/>
          <p:nvPr>
            <p:ph idx="1" type="subTitle"/>
          </p:nvPr>
        </p:nvSpPr>
        <p:spPr>
          <a:xfrm>
            <a:off x="5374550" y="304927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5" name="Google Shape;355;p52"/>
          <p:cNvSpPr txBox="1"/>
          <p:nvPr>
            <p:ph idx="2" type="subTitle"/>
          </p:nvPr>
        </p:nvSpPr>
        <p:spPr>
          <a:xfrm>
            <a:off x="5096250" y="3419674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52"/>
          <p:cNvSpPr txBox="1"/>
          <p:nvPr>
            <p:ph idx="3" type="subTitle"/>
          </p:nvPr>
        </p:nvSpPr>
        <p:spPr>
          <a:xfrm>
            <a:off x="7070388" y="304927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7" name="Google Shape;357;p52"/>
          <p:cNvSpPr txBox="1"/>
          <p:nvPr>
            <p:ph idx="4" type="subTitle"/>
          </p:nvPr>
        </p:nvSpPr>
        <p:spPr>
          <a:xfrm>
            <a:off x="6781652" y="3401875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52"/>
          <p:cNvSpPr txBox="1"/>
          <p:nvPr>
            <p:ph idx="5" type="subTitle"/>
          </p:nvPr>
        </p:nvSpPr>
        <p:spPr>
          <a:xfrm>
            <a:off x="7085058" y="169443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9" name="Google Shape;359;p52"/>
          <p:cNvSpPr txBox="1"/>
          <p:nvPr>
            <p:ph idx="6" type="subTitle"/>
          </p:nvPr>
        </p:nvSpPr>
        <p:spPr>
          <a:xfrm>
            <a:off x="5096252" y="2064834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52"/>
          <p:cNvSpPr txBox="1"/>
          <p:nvPr>
            <p:ph idx="7" type="subTitle"/>
          </p:nvPr>
        </p:nvSpPr>
        <p:spPr>
          <a:xfrm>
            <a:off x="5387408" y="169442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52"/>
          <p:cNvSpPr txBox="1"/>
          <p:nvPr>
            <p:ph idx="8" type="subTitle"/>
          </p:nvPr>
        </p:nvSpPr>
        <p:spPr>
          <a:xfrm>
            <a:off x="6794721" y="2064830"/>
            <a:ext cx="15321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2" name="Google Shape;362;p52"/>
          <p:cNvSpPr txBox="1"/>
          <p:nvPr>
            <p:ph type="title"/>
          </p:nvPr>
        </p:nvSpPr>
        <p:spPr>
          <a:xfrm>
            <a:off x="725525" y="442700"/>
            <a:ext cx="28326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5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p52"/>
          <p:cNvCxnSpPr/>
          <p:nvPr/>
        </p:nvCxnSpPr>
        <p:spPr>
          <a:xfrm>
            <a:off x="9045300" y="1089550"/>
            <a:ext cx="0" cy="3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7">
  <p:cSld name="CUSTOM_2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idx="1" type="subTitle"/>
          </p:nvPr>
        </p:nvSpPr>
        <p:spPr>
          <a:xfrm>
            <a:off x="3892017" y="16211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53"/>
          <p:cNvSpPr txBox="1"/>
          <p:nvPr>
            <p:ph idx="2" type="subTitle"/>
          </p:nvPr>
        </p:nvSpPr>
        <p:spPr>
          <a:xfrm>
            <a:off x="669289" y="1492789"/>
            <a:ext cx="1763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8" name="Google Shape;368;p53"/>
          <p:cNvSpPr txBox="1"/>
          <p:nvPr>
            <p:ph idx="3" type="subTitle"/>
          </p:nvPr>
        </p:nvSpPr>
        <p:spPr>
          <a:xfrm>
            <a:off x="3882600" y="273982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9" name="Google Shape;369;p53"/>
          <p:cNvSpPr txBox="1"/>
          <p:nvPr>
            <p:ph idx="4" type="subTitle"/>
          </p:nvPr>
        </p:nvSpPr>
        <p:spPr>
          <a:xfrm>
            <a:off x="667489" y="2603622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0" name="Google Shape;370;p53"/>
          <p:cNvSpPr txBox="1"/>
          <p:nvPr>
            <p:ph idx="5" type="subTitle"/>
          </p:nvPr>
        </p:nvSpPr>
        <p:spPr>
          <a:xfrm>
            <a:off x="3892017" y="21790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1" name="Google Shape;371;p53"/>
          <p:cNvSpPr txBox="1"/>
          <p:nvPr>
            <p:ph idx="6" type="subTitle"/>
          </p:nvPr>
        </p:nvSpPr>
        <p:spPr>
          <a:xfrm>
            <a:off x="6711611" y="2024790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53"/>
          <p:cNvSpPr txBox="1"/>
          <p:nvPr>
            <p:ph idx="7" type="subTitle"/>
          </p:nvPr>
        </p:nvSpPr>
        <p:spPr>
          <a:xfrm>
            <a:off x="3882600" y="329361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3" name="Google Shape;373;p53"/>
          <p:cNvSpPr txBox="1"/>
          <p:nvPr>
            <p:ph idx="8" type="subTitle"/>
          </p:nvPr>
        </p:nvSpPr>
        <p:spPr>
          <a:xfrm>
            <a:off x="6711611" y="3175052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" name="Google Shape;374;p53"/>
          <p:cNvSpPr txBox="1"/>
          <p:nvPr>
            <p:ph type="title"/>
          </p:nvPr>
        </p:nvSpPr>
        <p:spPr>
          <a:xfrm>
            <a:off x="2654850" y="321157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5" name="Google Shape;375;p5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8">
  <p:cSld name="CUSTOM_2_1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/>
          <p:nvPr>
            <p:ph idx="1" type="subTitle"/>
          </p:nvPr>
        </p:nvSpPr>
        <p:spPr>
          <a:xfrm>
            <a:off x="2904335" y="1810511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8" name="Google Shape;378;p54"/>
          <p:cNvSpPr txBox="1"/>
          <p:nvPr>
            <p:ph idx="2" type="subTitle"/>
          </p:nvPr>
        </p:nvSpPr>
        <p:spPr>
          <a:xfrm>
            <a:off x="5913600" y="1684154"/>
            <a:ext cx="2523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54"/>
          <p:cNvSpPr txBox="1"/>
          <p:nvPr>
            <p:ph idx="3" type="subTitle"/>
          </p:nvPr>
        </p:nvSpPr>
        <p:spPr>
          <a:xfrm>
            <a:off x="2904335" y="298504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0" name="Google Shape;380;p54"/>
          <p:cNvSpPr txBox="1"/>
          <p:nvPr>
            <p:ph idx="4" type="subTitle"/>
          </p:nvPr>
        </p:nvSpPr>
        <p:spPr>
          <a:xfrm>
            <a:off x="5913600" y="3452901"/>
            <a:ext cx="2523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54"/>
          <p:cNvSpPr txBox="1"/>
          <p:nvPr>
            <p:ph idx="5" type="subTitle"/>
          </p:nvPr>
        </p:nvSpPr>
        <p:spPr>
          <a:xfrm>
            <a:off x="2904335" y="239777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2" name="Google Shape;382;p54"/>
          <p:cNvSpPr txBox="1"/>
          <p:nvPr>
            <p:ph idx="6" type="subTitle"/>
          </p:nvPr>
        </p:nvSpPr>
        <p:spPr>
          <a:xfrm>
            <a:off x="5913600" y="2273737"/>
            <a:ext cx="25263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3" name="Google Shape;383;p54"/>
          <p:cNvSpPr txBox="1"/>
          <p:nvPr>
            <p:ph idx="7" type="subTitle"/>
          </p:nvPr>
        </p:nvSpPr>
        <p:spPr>
          <a:xfrm>
            <a:off x="2904335" y="357230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4" name="Google Shape;384;p54"/>
          <p:cNvSpPr txBox="1"/>
          <p:nvPr>
            <p:ph idx="8" type="subTitle"/>
          </p:nvPr>
        </p:nvSpPr>
        <p:spPr>
          <a:xfrm>
            <a:off x="5913600" y="2863319"/>
            <a:ext cx="25263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54"/>
          <p:cNvSpPr txBox="1"/>
          <p:nvPr>
            <p:ph type="title"/>
          </p:nvPr>
        </p:nvSpPr>
        <p:spPr>
          <a:xfrm>
            <a:off x="4605600" y="321157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5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9">
  <p:cSld name="CUSTOM_2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5"/>
          <p:cNvSpPr/>
          <p:nvPr/>
        </p:nvSpPr>
        <p:spPr>
          <a:xfrm>
            <a:off x="0" y="2565177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90" name="Google Shape;390;p55"/>
          <p:cNvGrpSpPr/>
          <p:nvPr/>
        </p:nvGrpSpPr>
        <p:grpSpPr>
          <a:xfrm>
            <a:off x="101550" y="2565175"/>
            <a:ext cx="8941926" cy="2472300"/>
            <a:chOff x="101550" y="2565175"/>
            <a:chExt cx="8941926" cy="2472300"/>
          </a:xfrm>
        </p:grpSpPr>
        <p:cxnSp>
          <p:nvCxnSpPr>
            <p:cNvPr id="391" name="Google Shape;391;p55"/>
            <p:cNvCxnSpPr/>
            <p:nvPr/>
          </p:nvCxnSpPr>
          <p:spPr>
            <a:xfrm>
              <a:off x="102576" y="5037300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55"/>
            <p:cNvCxnSpPr/>
            <p:nvPr/>
          </p:nvCxnSpPr>
          <p:spPr>
            <a:xfrm>
              <a:off x="9042450" y="2565175"/>
              <a:ext cx="0" cy="2472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55"/>
            <p:cNvCxnSpPr/>
            <p:nvPr/>
          </p:nvCxnSpPr>
          <p:spPr>
            <a:xfrm>
              <a:off x="101550" y="2565175"/>
              <a:ext cx="0" cy="2472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4" name="Google Shape;394;p55"/>
          <p:cNvSpPr txBox="1"/>
          <p:nvPr>
            <p:ph idx="1" type="subTitle"/>
          </p:nvPr>
        </p:nvSpPr>
        <p:spPr>
          <a:xfrm>
            <a:off x="656175" y="3176932"/>
            <a:ext cx="176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55"/>
          <p:cNvSpPr txBox="1"/>
          <p:nvPr>
            <p:ph idx="2" type="subTitle"/>
          </p:nvPr>
        </p:nvSpPr>
        <p:spPr>
          <a:xfrm>
            <a:off x="2683325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6" name="Google Shape;396;p55"/>
          <p:cNvSpPr txBox="1"/>
          <p:nvPr>
            <p:ph idx="3" type="subTitle"/>
          </p:nvPr>
        </p:nvSpPr>
        <p:spPr>
          <a:xfrm>
            <a:off x="6725625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7" name="Google Shape;397;p55"/>
          <p:cNvSpPr txBox="1"/>
          <p:nvPr>
            <p:ph idx="4" type="subTitle"/>
          </p:nvPr>
        </p:nvSpPr>
        <p:spPr>
          <a:xfrm>
            <a:off x="4710283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8" name="Google Shape;398;p55"/>
          <p:cNvSpPr txBox="1"/>
          <p:nvPr>
            <p:ph type="title"/>
          </p:nvPr>
        </p:nvSpPr>
        <p:spPr>
          <a:xfrm>
            <a:off x="1782363" y="321150"/>
            <a:ext cx="5580300" cy="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0">
  <p:cSld name="CUSTOM_2_1_1_1">
    <p:bg>
      <p:bgPr>
        <a:solidFill>
          <a:schemeClr val="dk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6"/>
          <p:cNvSpPr txBox="1"/>
          <p:nvPr>
            <p:ph idx="1" type="subTitle"/>
          </p:nvPr>
        </p:nvSpPr>
        <p:spPr>
          <a:xfrm>
            <a:off x="5210075" y="2870672"/>
            <a:ext cx="176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2" name="Google Shape;402;p56"/>
          <p:cNvSpPr txBox="1"/>
          <p:nvPr>
            <p:ph idx="2" type="subTitle"/>
          </p:nvPr>
        </p:nvSpPr>
        <p:spPr>
          <a:xfrm>
            <a:off x="5210075" y="3877838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3" name="Google Shape;403;p56"/>
          <p:cNvSpPr txBox="1"/>
          <p:nvPr>
            <p:ph idx="3" type="subTitle"/>
          </p:nvPr>
        </p:nvSpPr>
        <p:spPr>
          <a:xfrm>
            <a:off x="5210075" y="837463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4" name="Google Shape;404;p56"/>
          <p:cNvSpPr txBox="1"/>
          <p:nvPr>
            <p:ph idx="4" type="subTitle"/>
          </p:nvPr>
        </p:nvSpPr>
        <p:spPr>
          <a:xfrm>
            <a:off x="5210075" y="1849820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56"/>
          <p:cNvSpPr txBox="1"/>
          <p:nvPr>
            <p:ph type="title"/>
          </p:nvPr>
        </p:nvSpPr>
        <p:spPr>
          <a:xfrm>
            <a:off x="713225" y="1825729"/>
            <a:ext cx="2930400" cy="14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1">
  <p:cSld name="CUSTOM_2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7"/>
          <p:cNvSpPr/>
          <p:nvPr/>
        </p:nvSpPr>
        <p:spPr>
          <a:xfrm rot="-5400000">
            <a:off x="791250" y="1657225"/>
            <a:ext cx="2261700" cy="381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9" name="Google Shape;409;p57"/>
          <p:cNvSpPr/>
          <p:nvPr/>
        </p:nvSpPr>
        <p:spPr>
          <a:xfrm rot="-5400000">
            <a:off x="6100626" y="-249300"/>
            <a:ext cx="2261700" cy="384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10" name="Google Shape;410;p57"/>
          <p:cNvCxnSpPr/>
          <p:nvPr/>
        </p:nvCxnSpPr>
        <p:spPr>
          <a:xfrm rot="10800000">
            <a:off x="102175" y="2435250"/>
            <a:ext cx="0" cy="225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7"/>
          <p:cNvCxnSpPr/>
          <p:nvPr/>
        </p:nvCxnSpPr>
        <p:spPr>
          <a:xfrm rot="10800000">
            <a:off x="9042450" y="542550"/>
            <a:ext cx="0" cy="225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57"/>
          <p:cNvSpPr txBox="1"/>
          <p:nvPr>
            <p:ph idx="1" type="subTitle"/>
          </p:nvPr>
        </p:nvSpPr>
        <p:spPr>
          <a:xfrm>
            <a:off x="638712" y="369595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3" name="Google Shape;413;p57"/>
          <p:cNvSpPr txBox="1"/>
          <p:nvPr>
            <p:ph idx="2" type="subTitle"/>
          </p:nvPr>
        </p:nvSpPr>
        <p:spPr>
          <a:xfrm>
            <a:off x="638700" y="2992465"/>
            <a:ext cx="28245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57"/>
          <p:cNvSpPr txBox="1"/>
          <p:nvPr>
            <p:ph idx="3" type="subTitle"/>
          </p:nvPr>
        </p:nvSpPr>
        <p:spPr>
          <a:xfrm>
            <a:off x="638712" y="2708842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5" name="Google Shape;415;p57"/>
          <p:cNvSpPr txBox="1"/>
          <p:nvPr>
            <p:ph idx="4" type="subTitle"/>
          </p:nvPr>
        </p:nvSpPr>
        <p:spPr>
          <a:xfrm>
            <a:off x="638700" y="3979363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57"/>
          <p:cNvSpPr txBox="1"/>
          <p:nvPr>
            <p:ph idx="5" type="subTitle"/>
          </p:nvPr>
        </p:nvSpPr>
        <p:spPr>
          <a:xfrm>
            <a:off x="5659138" y="81758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7" name="Google Shape;417;p57"/>
          <p:cNvSpPr txBox="1"/>
          <p:nvPr>
            <p:ph idx="6" type="subTitle"/>
          </p:nvPr>
        </p:nvSpPr>
        <p:spPr>
          <a:xfrm>
            <a:off x="5659138" y="2085210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57"/>
          <p:cNvSpPr txBox="1"/>
          <p:nvPr>
            <p:ph idx="7" type="subTitle"/>
          </p:nvPr>
        </p:nvSpPr>
        <p:spPr>
          <a:xfrm>
            <a:off x="5659138" y="18041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9" name="Google Shape;419;p57"/>
          <p:cNvSpPr txBox="1"/>
          <p:nvPr>
            <p:ph idx="8" type="subTitle"/>
          </p:nvPr>
        </p:nvSpPr>
        <p:spPr>
          <a:xfrm>
            <a:off x="5659138" y="1100466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57"/>
          <p:cNvSpPr txBox="1"/>
          <p:nvPr>
            <p:ph type="title"/>
          </p:nvPr>
        </p:nvSpPr>
        <p:spPr>
          <a:xfrm>
            <a:off x="614437" y="321594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2">
  <p:cSld name="CUSTOM_2_2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8"/>
          <p:cNvSpPr txBox="1"/>
          <p:nvPr>
            <p:ph idx="1" type="subTitle"/>
          </p:nvPr>
        </p:nvSpPr>
        <p:spPr>
          <a:xfrm>
            <a:off x="2844037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4" name="Google Shape;424;p58"/>
          <p:cNvSpPr txBox="1"/>
          <p:nvPr>
            <p:ph idx="2" type="subTitle"/>
          </p:nvPr>
        </p:nvSpPr>
        <p:spPr>
          <a:xfrm>
            <a:off x="766875" y="2110195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58"/>
          <p:cNvSpPr txBox="1"/>
          <p:nvPr>
            <p:ph idx="3" type="subTitle"/>
          </p:nvPr>
        </p:nvSpPr>
        <p:spPr>
          <a:xfrm>
            <a:off x="766887" y="1738347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6" name="Google Shape;426;p58"/>
          <p:cNvSpPr txBox="1"/>
          <p:nvPr>
            <p:ph idx="4" type="subTitle"/>
          </p:nvPr>
        </p:nvSpPr>
        <p:spPr>
          <a:xfrm>
            <a:off x="2844025" y="2109968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7" name="Google Shape;427;p58"/>
          <p:cNvSpPr txBox="1"/>
          <p:nvPr>
            <p:ph idx="5" type="subTitle"/>
          </p:nvPr>
        </p:nvSpPr>
        <p:spPr>
          <a:xfrm>
            <a:off x="4919363" y="17383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8" name="Google Shape;428;p58"/>
          <p:cNvSpPr txBox="1"/>
          <p:nvPr>
            <p:ph idx="6" type="subTitle"/>
          </p:nvPr>
        </p:nvSpPr>
        <p:spPr>
          <a:xfrm>
            <a:off x="6996513" y="2107626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9" name="Google Shape;429;p58"/>
          <p:cNvSpPr txBox="1"/>
          <p:nvPr>
            <p:ph idx="7" type="subTitle"/>
          </p:nvPr>
        </p:nvSpPr>
        <p:spPr>
          <a:xfrm>
            <a:off x="6996513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58"/>
          <p:cNvSpPr txBox="1"/>
          <p:nvPr>
            <p:ph idx="8" type="subTitle"/>
          </p:nvPr>
        </p:nvSpPr>
        <p:spPr>
          <a:xfrm>
            <a:off x="4919363" y="2109457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58"/>
          <p:cNvSpPr txBox="1"/>
          <p:nvPr>
            <p:ph type="title"/>
          </p:nvPr>
        </p:nvSpPr>
        <p:spPr>
          <a:xfrm>
            <a:off x="2654850" y="321594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/>
          <p:nvPr/>
        </p:nvSpPr>
        <p:spPr>
          <a:xfrm>
            <a:off x="12520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9"/>
          <p:cNvSpPr/>
          <p:nvPr/>
        </p:nvSpPr>
        <p:spPr>
          <a:xfrm>
            <a:off x="2662900" y="1745225"/>
            <a:ext cx="3865500" cy="346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9"/>
          <p:cNvSpPr txBox="1"/>
          <p:nvPr/>
        </p:nvSpPr>
        <p:spPr>
          <a:xfrm>
            <a:off x="3311250" y="3765800"/>
            <a:ext cx="2521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CREDITS: This presentation template was created by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Slidesgo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, including icons by 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Flaticon,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 and infographics &amp; images by 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Freepik. </a:t>
            </a:r>
            <a:endParaRPr b="1"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36" name="Google Shape;436;p59"/>
          <p:cNvSpPr txBox="1"/>
          <p:nvPr>
            <p:ph type="title"/>
          </p:nvPr>
        </p:nvSpPr>
        <p:spPr>
          <a:xfrm>
            <a:off x="2680525" y="663091"/>
            <a:ext cx="3834300" cy="1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p59"/>
          <p:cNvSpPr txBox="1"/>
          <p:nvPr>
            <p:ph idx="1" type="subTitle"/>
          </p:nvPr>
        </p:nvSpPr>
        <p:spPr>
          <a:xfrm>
            <a:off x="2773100" y="1898029"/>
            <a:ext cx="3571500" cy="1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38" name="Google Shape;438;p59"/>
          <p:cNvCxnSpPr/>
          <p:nvPr/>
        </p:nvCxnSpPr>
        <p:spPr>
          <a:xfrm>
            <a:off x="2661313" y="5037300"/>
            <a:ext cx="3872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_1_1_1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_2_1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1"/>
          <p:cNvSpPr txBox="1"/>
          <p:nvPr>
            <p:ph idx="1" type="subTitle"/>
          </p:nvPr>
        </p:nvSpPr>
        <p:spPr>
          <a:xfrm>
            <a:off x="2844037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4" name="Google Shape;444;p61"/>
          <p:cNvSpPr txBox="1"/>
          <p:nvPr>
            <p:ph idx="2" type="subTitle"/>
          </p:nvPr>
        </p:nvSpPr>
        <p:spPr>
          <a:xfrm>
            <a:off x="766875" y="2110195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5" name="Google Shape;445;p61"/>
          <p:cNvSpPr txBox="1"/>
          <p:nvPr>
            <p:ph idx="3" type="subTitle"/>
          </p:nvPr>
        </p:nvSpPr>
        <p:spPr>
          <a:xfrm>
            <a:off x="766887" y="1738347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6" name="Google Shape;446;p61"/>
          <p:cNvSpPr txBox="1"/>
          <p:nvPr>
            <p:ph idx="4" type="subTitle"/>
          </p:nvPr>
        </p:nvSpPr>
        <p:spPr>
          <a:xfrm>
            <a:off x="2844025" y="2109968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61"/>
          <p:cNvSpPr txBox="1"/>
          <p:nvPr>
            <p:ph idx="5" type="subTitle"/>
          </p:nvPr>
        </p:nvSpPr>
        <p:spPr>
          <a:xfrm>
            <a:off x="4919363" y="17383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61"/>
          <p:cNvSpPr txBox="1"/>
          <p:nvPr>
            <p:ph idx="6" type="subTitle"/>
          </p:nvPr>
        </p:nvSpPr>
        <p:spPr>
          <a:xfrm>
            <a:off x="6996513" y="2107626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9" name="Google Shape;449;p61"/>
          <p:cNvSpPr txBox="1"/>
          <p:nvPr>
            <p:ph idx="7" type="subTitle"/>
          </p:nvPr>
        </p:nvSpPr>
        <p:spPr>
          <a:xfrm>
            <a:off x="6996513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0" name="Google Shape;450;p61"/>
          <p:cNvSpPr txBox="1"/>
          <p:nvPr>
            <p:ph idx="8" type="subTitle"/>
          </p:nvPr>
        </p:nvSpPr>
        <p:spPr>
          <a:xfrm>
            <a:off x="4919363" y="2109457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63"/>
          <p:cNvSpPr/>
          <p:nvPr/>
        </p:nvSpPr>
        <p:spPr>
          <a:xfrm>
            <a:off x="-94450" y="2571750"/>
            <a:ext cx="9308100" cy="258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7" name="Google Shape;457;p63"/>
          <p:cNvGrpSpPr/>
          <p:nvPr/>
        </p:nvGrpSpPr>
        <p:grpSpPr>
          <a:xfrm>
            <a:off x="103225" y="2571750"/>
            <a:ext cx="8940900" cy="2481600"/>
            <a:chOff x="103225" y="2571750"/>
            <a:chExt cx="8940900" cy="2481600"/>
          </a:xfrm>
        </p:grpSpPr>
        <p:cxnSp>
          <p:nvCxnSpPr>
            <p:cNvPr id="458" name="Google Shape;458;p63"/>
            <p:cNvCxnSpPr/>
            <p:nvPr/>
          </p:nvCxnSpPr>
          <p:spPr>
            <a:xfrm>
              <a:off x="103225" y="2571750"/>
              <a:ext cx="0" cy="2481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63"/>
            <p:cNvCxnSpPr/>
            <p:nvPr/>
          </p:nvCxnSpPr>
          <p:spPr>
            <a:xfrm>
              <a:off x="9044125" y="2571750"/>
              <a:ext cx="0" cy="2481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63"/>
            <p:cNvCxnSpPr/>
            <p:nvPr/>
          </p:nvCxnSpPr>
          <p:spPr>
            <a:xfrm>
              <a:off x="103225" y="5053350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63"/>
          <p:cNvSpPr txBox="1"/>
          <p:nvPr/>
        </p:nvSpPr>
        <p:spPr>
          <a:xfrm>
            <a:off x="4697175" y="1320225"/>
            <a:ext cx="36168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62" name="Google Shape;462;p63"/>
          <p:cNvSpPr txBox="1"/>
          <p:nvPr/>
        </p:nvSpPr>
        <p:spPr>
          <a:xfrm>
            <a:off x="5911825" y="2977800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463" name="Google Shape;463;p63"/>
          <p:cNvSpPr txBox="1"/>
          <p:nvPr>
            <p:ph type="ctrTitle"/>
          </p:nvPr>
        </p:nvSpPr>
        <p:spPr>
          <a:xfrm>
            <a:off x="2194775" y="1457250"/>
            <a:ext cx="4754400" cy="22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64" name="Google Shape;464;p63"/>
          <p:cNvSpPr txBox="1"/>
          <p:nvPr>
            <p:ph idx="1" type="subTitle"/>
          </p:nvPr>
        </p:nvSpPr>
        <p:spPr>
          <a:xfrm>
            <a:off x="2364775" y="3681600"/>
            <a:ext cx="44178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4"/>
          <p:cNvSpPr/>
          <p:nvPr/>
        </p:nvSpPr>
        <p:spPr>
          <a:xfrm>
            <a:off x="3740500" y="1865638"/>
            <a:ext cx="5473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8" name="Google Shape;468;p64"/>
          <p:cNvCxnSpPr/>
          <p:nvPr/>
        </p:nvCxnSpPr>
        <p:spPr>
          <a:xfrm>
            <a:off x="9042625" y="1877800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64"/>
          <p:cNvSpPr txBox="1"/>
          <p:nvPr>
            <p:ph hasCustomPrompt="1" type="title"/>
          </p:nvPr>
        </p:nvSpPr>
        <p:spPr>
          <a:xfrm>
            <a:off x="2052200" y="2001425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0" name="Google Shape;470;p64"/>
          <p:cNvSpPr txBox="1"/>
          <p:nvPr>
            <p:ph idx="2" type="title"/>
          </p:nvPr>
        </p:nvSpPr>
        <p:spPr>
          <a:xfrm>
            <a:off x="4454300" y="1753298"/>
            <a:ext cx="4321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471" name="Google Shape;471;p64"/>
          <p:cNvSpPr txBox="1"/>
          <p:nvPr>
            <p:ph idx="1" type="subTitle"/>
          </p:nvPr>
        </p:nvSpPr>
        <p:spPr>
          <a:xfrm>
            <a:off x="4468205" y="3131645"/>
            <a:ext cx="3834000" cy="6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5"/>
          <p:cNvSpPr txBox="1"/>
          <p:nvPr>
            <p:ph idx="1" type="subTitle"/>
          </p:nvPr>
        </p:nvSpPr>
        <p:spPr>
          <a:xfrm>
            <a:off x="621575" y="1228437"/>
            <a:ext cx="7878300" cy="3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475" name="Google Shape;475;p65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6"/>
          <p:cNvSpPr/>
          <p:nvPr/>
        </p:nvSpPr>
        <p:spPr>
          <a:xfrm>
            <a:off x="3189572" y="-61450"/>
            <a:ext cx="61665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6"/>
          <p:cNvSpPr txBox="1"/>
          <p:nvPr>
            <p:ph type="title"/>
          </p:nvPr>
        </p:nvSpPr>
        <p:spPr>
          <a:xfrm>
            <a:off x="233850" y="1794300"/>
            <a:ext cx="2782800" cy="15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0" name="Google Shape;480;p66"/>
          <p:cNvSpPr txBox="1"/>
          <p:nvPr>
            <p:ph idx="1" type="subTitle"/>
          </p:nvPr>
        </p:nvSpPr>
        <p:spPr>
          <a:xfrm>
            <a:off x="4153278" y="3146801"/>
            <a:ext cx="1837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1" name="Google Shape;481;p66"/>
          <p:cNvSpPr txBox="1"/>
          <p:nvPr>
            <p:ph idx="2" type="subTitle"/>
          </p:nvPr>
        </p:nvSpPr>
        <p:spPr>
          <a:xfrm>
            <a:off x="3906378" y="3458361"/>
            <a:ext cx="20847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482" name="Google Shape;482;p66"/>
          <p:cNvSpPr txBox="1"/>
          <p:nvPr>
            <p:ph idx="3" type="subTitle"/>
          </p:nvPr>
        </p:nvSpPr>
        <p:spPr>
          <a:xfrm>
            <a:off x="6374237" y="580394"/>
            <a:ext cx="19200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3" name="Google Shape;483;p66"/>
          <p:cNvSpPr txBox="1"/>
          <p:nvPr>
            <p:ph idx="4" type="subTitle"/>
          </p:nvPr>
        </p:nvSpPr>
        <p:spPr>
          <a:xfrm>
            <a:off x="6374239" y="883466"/>
            <a:ext cx="2082300" cy="11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7"/>
          <p:cNvSpPr txBox="1"/>
          <p:nvPr>
            <p:ph type="title"/>
          </p:nvPr>
        </p:nvSpPr>
        <p:spPr>
          <a:xfrm>
            <a:off x="639195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6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8"/>
          <p:cNvSpPr txBox="1"/>
          <p:nvPr>
            <p:ph idx="1" type="subTitle"/>
          </p:nvPr>
        </p:nvSpPr>
        <p:spPr>
          <a:xfrm>
            <a:off x="4863950" y="2269650"/>
            <a:ext cx="35667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489" name="Google Shape;489;p68"/>
          <p:cNvSpPr txBox="1"/>
          <p:nvPr>
            <p:ph type="title"/>
          </p:nvPr>
        </p:nvSpPr>
        <p:spPr>
          <a:xfrm>
            <a:off x="4863950" y="1696950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0" name="Google Shape;490;p6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9"/>
          <p:cNvSpPr/>
          <p:nvPr/>
        </p:nvSpPr>
        <p:spPr>
          <a:xfrm>
            <a:off x="-152400" y="2736075"/>
            <a:ext cx="5080800" cy="21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4" name="Google Shape;494;p69"/>
          <p:cNvCxnSpPr/>
          <p:nvPr/>
        </p:nvCxnSpPr>
        <p:spPr>
          <a:xfrm>
            <a:off x="101775" y="2736075"/>
            <a:ext cx="0" cy="2141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69"/>
          <p:cNvSpPr txBox="1"/>
          <p:nvPr>
            <p:ph idx="1" type="subTitle"/>
          </p:nvPr>
        </p:nvSpPr>
        <p:spPr>
          <a:xfrm>
            <a:off x="2540075" y="4178025"/>
            <a:ext cx="20931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496" name="Google Shape;496;p69"/>
          <p:cNvSpPr txBox="1"/>
          <p:nvPr>
            <p:ph idx="2" type="subTitle"/>
          </p:nvPr>
        </p:nvSpPr>
        <p:spPr>
          <a:xfrm>
            <a:off x="713225" y="2984199"/>
            <a:ext cx="38586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0"/>
          <p:cNvSpPr/>
          <p:nvPr/>
        </p:nvSpPr>
        <p:spPr>
          <a:xfrm>
            <a:off x="-88225" y="840450"/>
            <a:ext cx="4198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70"/>
          <p:cNvCxnSpPr/>
          <p:nvPr/>
        </p:nvCxnSpPr>
        <p:spPr>
          <a:xfrm>
            <a:off x="103800" y="840825"/>
            <a:ext cx="0" cy="113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70"/>
          <p:cNvSpPr txBox="1"/>
          <p:nvPr>
            <p:ph idx="1" type="subTitle"/>
          </p:nvPr>
        </p:nvSpPr>
        <p:spPr>
          <a:xfrm>
            <a:off x="4572000" y="799950"/>
            <a:ext cx="35667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01" name="Google Shape;501;p70"/>
          <p:cNvSpPr txBox="1"/>
          <p:nvPr>
            <p:ph type="title"/>
          </p:nvPr>
        </p:nvSpPr>
        <p:spPr>
          <a:xfrm>
            <a:off x="713225" y="1041931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3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2" name="Google Shape;502;p7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71"/>
          <p:cNvSpPr txBox="1"/>
          <p:nvPr>
            <p:ph idx="1" type="body"/>
          </p:nvPr>
        </p:nvSpPr>
        <p:spPr>
          <a:xfrm>
            <a:off x="2285942" y="316339"/>
            <a:ext cx="4972800" cy="152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2"/>
          <p:cNvSpPr/>
          <p:nvPr/>
        </p:nvSpPr>
        <p:spPr>
          <a:xfrm>
            <a:off x="-116125" y="2561775"/>
            <a:ext cx="9281100" cy="141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7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72"/>
          <p:cNvSpPr txBox="1"/>
          <p:nvPr>
            <p:ph hasCustomPrompt="1" type="title"/>
          </p:nvPr>
        </p:nvSpPr>
        <p:spPr>
          <a:xfrm>
            <a:off x="2061788" y="723875"/>
            <a:ext cx="5019000" cy="18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0" name="Google Shape;510;p72"/>
          <p:cNvSpPr txBox="1"/>
          <p:nvPr>
            <p:ph idx="2" type="title"/>
          </p:nvPr>
        </p:nvSpPr>
        <p:spPr>
          <a:xfrm>
            <a:off x="2485555" y="2871475"/>
            <a:ext cx="41676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5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" name="Google Shape;513;p74"/>
          <p:cNvCxnSpPr/>
          <p:nvPr/>
        </p:nvCxnSpPr>
        <p:spPr>
          <a:xfrm>
            <a:off x="107975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74"/>
          <p:cNvCxnSpPr/>
          <p:nvPr/>
        </p:nvCxnSpPr>
        <p:spPr>
          <a:xfrm>
            <a:off x="9040374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7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4"/>
          <p:cNvSpPr txBox="1"/>
          <p:nvPr>
            <p:ph type="title"/>
          </p:nvPr>
        </p:nvSpPr>
        <p:spPr>
          <a:xfrm>
            <a:off x="625275" y="374693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74"/>
          <p:cNvSpPr txBox="1"/>
          <p:nvPr>
            <p:ph hasCustomPrompt="1" idx="2" type="title"/>
          </p:nvPr>
        </p:nvSpPr>
        <p:spPr>
          <a:xfrm>
            <a:off x="2042990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18" name="Google Shape;518;p74"/>
          <p:cNvSpPr txBox="1"/>
          <p:nvPr>
            <p:ph idx="1" type="subTitle"/>
          </p:nvPr>
        </p:nvSpPr>
        <p:spPr>
          <a:xfrm>
            <a:off x="1588790" y="1916625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9" name="Google Shape;519;p74"/>
          <p:cNvSpPr txBox="1"/>
          <p:nvPr>
            <p:ph idx="3" type="subTitle"/>
          </p:nvPr>
        </p:nvSpPr>
        <p:spPr>
          <a:xfrm>
            <a:off x="1465040" y="2195840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20" name="Google Shape;520;p74"/>
          <p:cNvSpPr txBox="1"/>
          <p:nvPr>
            <p:ph hasCustomPrompt="1" idx="4" type="title"/>
          </p:nvPr>
        </p:nvSpPr>
        <p:spPr>
          <a:xfrm>
            <a:off x="4542225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21" name="Google Shape;521;p74"/>
          <p:cNvSpPr txBox="1"/>
          <p:nvPr>
            <p:ph idx="5" type="subTitle"/>
          </p:nvPr>
        </p:nvSpPr>
        <p:spPr>
          <a:xfrm>
            <a:off x="4088025" y="190870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2" name="Google Shape;522;p74"/>
          <p:cNvSpPr txBox="1"/>
          <p:nvPr>
            <p:ph idx="6" type="subTitle"/>
          </p:nvPr>
        </p:nvSpPr>
        <p:spPr>
          <a:xfrm>
            <a:off x="3852975" y="2195840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23" name="Google Shape;523;p74"/>
          <p:cNvSpPr txBox="1"/>
          <p:nvPr>
            <p:ph hasCustomPrompt="1" idx="7" type="title"/>
          </p:nvPr>
        </p:nvSpPr>
        <p:spPr>
          <a:xfrm>
            <a:off x="6994306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24" name="Google Shape;524;p74"/>
          <p:cNvSpPr txBox="1"/>
          <p:nvPr>
            <p:ph idx="8" type="subTitle"/>
          </p:nvPr>
        </p:nvSpPr>
        <p:spPr>
          <a:xfrm>
            <a:off x="6541456" y="1908693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5" name="Google Shape;525;p74"/>
          <p:cNvSpPr txBox="1"/>
          <p:nvPr>
            <p:ph idx="9" type="subTitle"/>
          </p:nvPr>
        </p:nvSpPr>
        <p:spPr>
          <a:xfrm>
            <a:off x="6343756" y="2195840"/>
            <a:ext cx="2267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26" name="Google Shape;526;p74"/>
          <p:cNvSpPr txBox="1"/>
          <p:nvPr>
            <p:ph hasCustomPrompt="1" idx="13" type="title"/>
          </p:nvPr>
        </p:nvSpPr>
        <p:spPr>
          <a:xfrm>
            <a:off x="2042990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27" name="Google Shape;527;p74"/>
          <p:cNvSpPr txBox="1"/>
          <p:nvPr>
            <p:ph idx="14" type="subTitle"/>
          </p:nvPr>
        </p:nvSpPr>
        <p:spPr>
          <a:xfrm>
            <a:off x="1588790" y="3830925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8" name="Google Shape;528;p74"/>
          <p:cNvSpPr txBox="1"/>
          <p:nvPr>
            <p:ph idx="15" type="subTitle"/>
          </p:nvPr>
        </p:nvSpPr>
        <p:spPr>
          <a:xfrm>
            <a:off x="1465040" y="4089824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29" name="Google Shape;529;p74"/>
          <p:cNvSpPr txBox="1"/>
          <p:nvPr>
            <p:ph hasCustomPrompt="1" idx="16" type="title"/>
          </p:nvPr>
        </p:nvSpPr>
        <p:spPr>
          <a:xfrm>
            <a:off x="4542225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30" name="Google Shape;530;p74"/>
          <p:cNvSpPr txBox="1"/>
          <p:nvPr>
            <p:ph idx="17" type="subTitle"/>
          </p:nvPr>
        </p:nvSpPr>
        <p:spPr>
          <a:xfrm>
            <a:off x="4089375" y="3830925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31" name="Google Shape;531;p74"/>
          <p:cNvSpPr txBox="1"/>
          <p:nvPr>
            <p:ph idx="18" type="subTitle"/>
          </p:nvPr>
        </p:nvSpPr>
        <p:spPr>
          <a:xfrm>
            <a:off x="3919575" y="4091377"/>
            <a:ext cx="221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32" name="Google Shape;532;p74"/>
          <p:cNvSpPr txBox="1"/>
          <p:nvPr>
            <p:ph hasCustomPrompt="1" idx="19" type="title"/>
          </p:nvPr>
        </p:nvSpPr>
        <p:spPr>
          <a:xfrm>
            <a:off x="6994306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33" name="Google Shape;533;p74"/>
          <p:cNvSpPr txBox="1"/>
          <p:nvPr>
            <p:ph idx="20" type="subTitle"/>
          </p:nvPr>
        </p:nvSpPr>
        <p:spPr>
          <a:xfrm>
            <a:off x="6541456" y="3830925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34" name="Google Shape;534;p74"/>
          <p:cNvSpPr txBox="1"/>
          <p:nvPr>
            <p:ph idx="21" type="subTitle"/>
          </p:nvPr>
        </p:nvSpPr>
        <p:spPr>
          <a:xfrm>
            <a:off x="6371656" y="4091377"/>
            <a:ext cx="221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5"/>
          <p:cNvSpPr/>
          <p:nvPr/>
        </p:nvSpPr>
        <p:spPr>
          <a:xfrm>
            <a:off x="150" y="2074046"/>
            <a:ext cx="9144000" cy="101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7" name="Google Shape;537;p75"/>
          <p:cNvCxnSpPr/>
          <p:nvPr/>
        </p:nvCxnSpPr>
        <p:spPr>
          <a:xfrm>
            <a:off x="107975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75"/>
          <p:cNvCxnSpPr/>
          <p:nvPr/>
        </p:nvCxnSpPr>
        <p:spPr>
          <a:xfrm>
            <a:off x="9040374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7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5"/>
          <p:cNvSpPr txBox="1"/>
          <p:nvPr>
            <p:ph type="title"/>
          </p:nvPr>
        </p:nvSpPr>
        <p:spPr>
          <a:xfrm>
            <a:off x="2646000" y="2214851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5"/>
          <p:cNvSpPr txBox="1"/>
          <p:nvPr>
            <p:ph hasCustomPrompt="1"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42" name="Google Shape;542;p75"/>
          <p:cNvSpPr txBox="1"/>
          <p:nvPr>
            <p:ph idx="1" type="subTitle"/>
          </p:nvPr>
        </p:nvSpPr>
        <p:spPr>
          <a:xfrm>
            <a:off x="2179558" y="1185101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3" name="Google Shape;543;p75"/>
          <p:cNvSpPr txBox="1"/>
          <p:nvPr>
            <p:ph idx="3" type="subTitle"/>
          </p:nvPr>
        </p:nvSpPr>
        <p:spPr>
          <a:xfrm>
            <a:off x="2179558" y="1480453"/>
            <a:ext cx="2340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44" name="Google Shape;544;p75"/>
          <p:cNvSpPr txBox="1"/>
          <p:nvPr>
            <p:ph hasCustomPrompt="1"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45" name="Google Shape;545;p75"/>
          <p:cNvSpPr txBox="1"/>
          <p:nvPr>
            <p:ph idx="5" type="subTitle"/>
          </p:nvPr>
        </p:nvSpPr>
        <p:spPr>
          <a:xfrm>
            <a:off x="4623144" y="1177178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6" name="Google Shape;546;p75"/>
          <p:cNvSpPr txBox="1"/>
          <p:nvPr>
            <p:ph idx="6" type="subTitle"/>
          </p:nvPr>
        </p:nvSpPr>
        <p:spPr>
          <a:xfrm>
            <a:off x="4621344" y="1480453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7" name="Google Shape;547;p75"/>
          <p:cNvSpPr txBox="1"/>
          <p:nvPr>
            <p:ph hasCustomPrompt="1"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48" name="Google Shape;548;p75"/>
          <p:cNvSpPr txBox="1"/>
          <p:nvPr>
            <p:ph idx="8" type="subTitle"/>
          </p:nvPr>
        </p:nvSpPr>
        <p:spPr>
          <a:xfrm>
            <a:off x="2179558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9" name="Google Shape;549;p75"/>
          <p:cNvSpPr txBox="1"/>
          <p:nvPr>
            <p:ph idx="9" type="subTitle"/>
          </p:nvPr>
        </p:nvSpPr>
        <p:spPr>
          <a:xfrm>
            <a:off x="2179558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50" name="Google Shape;550;p75"/>
          <p:cNvSpPr txBox="1"/>
          <p:nvPr>
            <p:ph hasCustomPrompt="1"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51" name="Google Shape;551;p75"/>
          <p:cNvSpPr txBox="1"/>
          <p:nvPr>
            <p:ph idx="14" type="subTitle"/>
          </p:nvPr>
        </p:nvSpPr>
        <p:spPr>
          <a:xfrm>
            <a:off x="4623144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2" name="Google Shape;552;p75"/>
          <p:cNvSpPr txBox="1"/>
          <p:nvPr>
            <p:ph idx="15" type="subTitle"/>
          </p:nvPr>
        </p:nvSpPr>
        <p:spPr>
          <a:xfrm>
            <a:off x="4623144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6"/>
          <p:cNvSpPr/>
          <p:nvPr/>
        </p:nvSpPr>
        <p:spPr>
          <a:xfrm>
            <a:off x="5905875" y="874075"/>
            <a:ext cx="32757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76"/>
          <p:cNvSpPr/>
          <p:nvPr/>
        </p:nvSpPr>
        <p:spPr>
          <a:xfrm>
            <a:off x="-72675" y="2002900"/>
            <a:ext cx="4198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6"/>
          <p:cNvSpPr txBox="1"/>
          <p:nvPr>
            <p:ph hasCustomPrompt="1" type="title"/>
          </p:nvPr>
        </p:nvSpPr>
        <p:spPr>
          <a:xfrm>
            <a:off x="4454300" y="961363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8" name="Google Shape;558;p76"/>
          <p:cNvSpPr txBox="1"/>
          <p:nvPr>
            <p:ph idx="2" type="title"/>
          </p:nvPr>
        </p:nvSpPr>
        <p:spPr>
          <a:xfrm>
            <a:off x="4454300" y="1954962"/>
            <a:ext cx="4321500" cy="12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559" name="Google Shape;559;p76"/>
          <p:cNvSpPr txBox="1"/>
          <p:nvPr>
            <p:ph idx="1" type="subTitle"/>
          </p:nvPr>
        </p:nvSpPr>
        <p:spPr>
          <a:xfrm>
            <a:off x="4454300" y="3158539"/>
            <a:ext cx="3834000" cy="6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60" name="Google Shape;560;p76"/>
          <p:cNvCxnSpPr/>
          <p:nvPr/>
        </p:nvCxnSpPr>
        <p:spPr>
          <a:xfrm>
            <a:off x="9042625" y="882362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76"/>
          <p:cNvCxnSpPr/>
          <p:nvPr/>
        </p:nvCxnSpPr>
        <p:spPr>
          <a:xfrm>
            <a:off x="101785" y="2015050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solidFill>
          <a:schemeClr val="dk1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77"/>
          <p:cNvSpPr txBox="1"/>
          <p:nvPr>
            <p:ph hasCustomPrompt="1" type="title"/>
          </p:nvPr>
        </p:nvSpPr>
        <p:spPr>
          <a:xfrm>
            <a:off x="1067805" y="2016996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2704980" y="1687479"/>
            <a:ext cx="4321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566" name="Google Shape;566;p77"/>
          <p:cNvSpPr txBox="1"/>
          <p:nvPr>
            <p:ph idx="1" type="subTitle"/>
          </p:nvPr>
        </p:nvSpPr>
        <p:spPr>
          <a:xfrm>
            <a:off x="5990546" y="2017000"/>
            <a:ext cx="1936500" cy="11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bg>
      <p:bgPr>
        <a:solidFill>
          <a:schemeClr val="dk1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8"/>
          <p:cNvSpPr txBox="1"/>
          <p:nvPr>
            <p:ph type="title"/>
          </p:nvPr>
        </p:nvSpPr>
        <p:spPr>
          <a:xfrm>
            <a:off x="627060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9" name="Google Shape;569;p7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6_1">
    <p:bg>
      <p:bgPr>
        <a:solidFill>
          <a:schemeClr val="dk1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9"/>
          <p:cNvSpPr txBox="1"/>
          <p:nvPr>
            <p:ph type="title"/>
          </p:nvPr>
        </p:nvSpPr>
        <p:spPr>
          <a:xfrm>
            <a:off x="713225" y="394185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2" name="Google Shape;572;p7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bg>
      <p:bgPr>
        <a:solidFill>
          <a:schemeClr val="dk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0"/>
          <p:cNvSpPr/>
          <p:nvPr/>
        </p:nvSpPr>
        <p:spPr>
          <a:xfrm>
            <a:off x="4577950" y="1147025"/>
            <a:ext cx="4587000" cy="283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8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0"/>
          <p:cNvSpPr txBox="1"/>
          <p:nvPr>
            <p:ph hasCustomPrompt="1" type="title"/>
          </p:nvPr>
        </p:nvSpPr>
        <p:spPr>
          <a:xfrm>
            <a:off x="583481" y="1624250"/>
            <a:ext cx="3858900" cy="18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7" name="Google Shape;577;p80"/>
          <p:cNvSpPr txBox="1"/>
          <p:nvPr>
            <p:ph idx="2" type="title"/>
          </p:nvPr>
        </p:nvSpPr>
        <p:spPr>
          <a:xfrm>
            <a:off x="5044325" y="1437700"/>
            <a:ext cx="2985000" cy="22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MAIN_POINT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81"/>
          <p:cNvSpPr txBox="1"/>
          <p:nvPr>
            <p:ph idx="1" type="subTitle"/>
          </p:nvPr>
        </p:nvSpPr>
        <p:spPr>
          <a:xfrm>
            <a:off x="4724000" y="2937140"/>
            <a:ext cx="20931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81" name="Google Shape;581;p81"/>
          <p:cNvSpPr txBox="1"/>
          <p:nvPr>
            <p:ph idx="2" type="subTitle"/>
          </p:nvPr>
        </p:nvSpPr>
        <p:spPr>
          <a:xfrm>
            <a:off x="4724000" y="1702013"/>
            <a:ext cx="37158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2"/>
          <p:cNvSpPr/>
          <p:nvPr/>
        </p:nvSpPr>
        <p:spPr>
          <a:xfrm>
            <a:off x="3180600" y="-56625"/>
            <a:ext cx="27828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8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82"/>
          <p:cNvSpPr txBox="1"/>
          <p:nvPr>
            <p:ph type="title"/>
          </p:nvPr>
        </p:nvSpPr>
        <p:spPr>
          <a:xfrm>
            <a:off x="3180600" y="294790"/>
            <a:ext cx="2782800" cy="15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6" name="Google Shape;586;p82"/>
          <p:cNvSpPr txBox="1"/>
          <p:nvPr>
            <p:ph idx="1" type="subTitle"/>
          </p:nvPr>
        </p:nvSpPr>
        <p:spPr>
          <a:xfrm>
            <a:off x="945404" y="2847226"/>
            <a:ext cx="1837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7" name="Google Shape;587;p82"/>
          <p:cNvSpPr txBox="1"/>
          <p:nvPr>
            <p:ph idx="2" type="subTitle"/>
          </p:nvPr>
        </p:nvSpPr>
        <p:spPr>
          <a:xfrm>
            <a:off x="698504" y="3158786"/>
            <a:ext cx="20847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88" name="Google Shape;588;p82"/>
          <p:cNvSpPr txBox="1"/>
          <p:nvPr>
            <p:ph idx="3" type="subTitle"/>
          </p:nvPr>
        </p:nvSpPr>
        <p:spPr>
          <a:xfrm>
            <a:off x="6315342" y="2847219"/>
            <a:ext cx="19200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9" name="Google Shape;589;p82"/>
          <p:cNvSpPr txBox="1"/>
          <p:nvPr>
            <p:ph idx="4" type="subTitle"/>
          </p:nvPr>
        </p:nvSpPr>
        <p:spPr>
          <a:xfrm>
            <a:off x="6315342" y="3150291"/>
            <a:ext cx="2082300" cy="11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83"/>
          <p:cNvSpPr txBox="1"/>
          <p:nvPr>
            <p:ph idx="1" type="subTitle"/>
          </p:nvPr>
        </p:nvSpPr>
        <p:spPr>
          <a:xfrm>
            <a:off x="625300" y="1217725"/>
            <a:ext cx="3892200" cy="3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93" name="Google Shape;593;p83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83"/>
          <p:cNvSpPr txBox="1"/>
          <p:nvPr>
            <p:ph idx="2" type="subTitle"/>
          </p:nvPr>
        </p:nvSpPr>
        <p:spPr>
          <a:xfrm>
            <a:off x="4571998" y="1217725"/>
            <a:ext cx="3804300" cy="3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5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4"/>
          <p:cNvSpPr txBox="1"/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7" name="Google Shape;597;p8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_2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5"/>
          <p:cNvSpPr txBox="1"/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0" name="Google Shape;600;p8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_1">
    <p:bg>
      <p:bgPr>
        <a:solidFill>
          <a:schemeClr val="dk1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6"/>
          <p:cNvSpPr txBox="1"/>
          <p:nvPr>
            <p:ph type="title"/>
          </p:nvPr>
        </p:nvSpPr>
        <p:spPr>
          <a:xfrm>
            <a:off x="699000" y="744746"/>
            <a:ext cx="2115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3" name="Google Shape;603;p8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ONLY_3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87"/>
          <p:cNvSpPr/>
          <p:nvPr/>
        </p:nvSpPr>
        <p:spPr>
          <a:xfrm>
            <a:off x="3167950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7" name="Google Shape;607;p87"/>
          <p:cNvSpPr txBox="1"/>
          <p:nvPr>
            <p:ph type="title"/>
          </p:nvPr>
        </p:nvSpPr>
        <p:spPr>
          <a:xfrm>
            <a:off x="54060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87"/>
          <p:cNvSpPr txBox="1"/>
          <p:nvPr>
            <p:ph idx="1" type="subTitle"/>
          </p:nvPr>
        </p:nvSpPr>
        <p:spPr>
          <a:xfrm>
            <a:off x="4367289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9" name="Google Shape;609;p87"/>
          <p:cNvSpPr txBox="1"/>
          <p:nvPr>
            <p:ph idx="2" type="subTitle"/>
          </p:nvPr>
        </p:nvSpPr>
        <p:spPr>
          <a:xfrm>
            <a:off x="3868989" y="270716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0" name="Google Shape;610;p87"/>
          <p:cNvSpPr txBox="1"/>
          <p:nvPr>
            <p:ph idx="3" type="subTitle"/>
          </p:nvPr>
        </p:nvSpPr>
        <p:spPr>
          <a:xfrm>
            <a:off x="6574025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1" name="Google Shape;611;p87"/>
          <p:cNvSpPr txBox="1"/>
          <p:nvPr>
            <p:ph idx="4" type="subTitle"/>
          </p:nvPr>
        </p:nvSpPr>
        <p:spPr>
          <a:xfrm>
            <a:off x="6075725" y="270716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ONLY_3_2">
    <p:bg>
      <p:bgPr>
        <a:solidFill>
          <a:schemeClr val="dk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8"/>
          <p:cNvSpPr/>
          <p:nvPr/>
        </p:nvSpPr>
        <p:spPr>
          <a:xfrm rot="5400000">
            <a:off x="2171625" y="1555375"/>
            <a:ext cx="5160600" cy="20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88"/>
          <p:cNvGrpSpPr/>
          <p:nvPr/>
        </p:nvGrpSpPr>
        <p:grpSpPr>
          <a:xfrm flipH="1">
            <a:off x="3732313" y="101275"/>
            <a:ext cx="5282613" cy="4935100"/>
            <a:chOff x="101561" y="101275"/>
            <a:chExt cx="4473000" cy="4935100"/>
          </a:xfrm>
        </p:grpSpPr>
        <p:cxnSp>
          <p:nvCxnSpPr>
            <p:cNvPr id="615" name="Google Shape;615;p88"/>
            <p:cNvCxnSpPr/>
            <p:nvPr/>
          </p:nvCxnSpPr>
          <p:spPr>
            <a:xfrm rot="10800000">
              <a:off x="103276" y="3441000"/>
              <a:ext cx="0" cy="1587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88"/>
            <p:cNvCxnSpPr/>
            <p:nvPr/>
          </p:nvCxnSpPr>
          <p:spPr>
            <a:xfrm rot="10800000">
              <a:off x="101561" y="5036375"/>
              <a:ext cx="447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88"/>
            <p:cNvCxnSpPr/>
            <p:nvPr/>
          </p:nvCxnSpPr>
          <p:spPr>
            <a:xfrm rot="10800000">
              <a:off x="101561" y="101275"/>
              <a:ext cx="447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88"/>
            <p:cNvCxnSpPr/>
            <p:nvPr/>
          </p:nvCxnSpPr>
          <p:spPr>
            <a:xfrm rot="10800000">
              <a:off x="103284" y="115475"/>
              <a:ext cx="0" cy="174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9" name="Google Shape;619;p8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88"/>
          <p:cNvSpPr txBox="1"/>
          <p:nvPr>
            <p:ph type="title"/>
          </p:nvPr>
        </p:nvSpPr>
        <p:spPr>
          <a:xfrm>
            <a:off x="713225" y="5395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1" name="Google Shape;621;p88"/>
          <p:cNvSpPr txBox="1"/>
          <p:nvPr>
            <p:ph idx="1" type="subTitle"/>
          </p:nvPr>
        </p:nvSpPr>
        <p:spPr>
          <a:xfrm>
            <a:off x="3814725" y="5395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2" name="Google Shape;622;p88"/>
          <p:cNvSpPr txBox="1"/>
          <p:nvPr>
            <p:ph idx="2" type="subTitle"/>
          </p:nvPr>
        </p:nvSpPr>
        <p:spPr>
          <a:xfrm>
            <a:off x="3814725" y="91219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623" name="Google Shape;623;p88"/>
          <p:cNvSpPr txBox="1"/>
          <p:nvPr>
            <p:ph idx="3" type="subTitle"/>
          </p:nvPr>
        </p:nvSpPr>
        <p:spPr>
          <a:xfrm>
            <a:off x="3814725" y="2039536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4" name="Google Shape;624;p88"/>
          <p:cNvSpPr txBox="1"/>
          <p:nvPr>
            <p:ph idx="4" type="subTitle"/>
          </p:nvPr>
        </p:nvSpPr>
        <p:spPr>
          <a:xfrm>
            <a:off x="3814725" y="2412230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625" name="Google Shape;625;p88"/>
          <p:cNvSpPr txBox="1"/>
          <p:nvPr>
            <p:ph idx="5" type="subTitle"/>
          </p:nvPr>
        </p:nvSpPr>
        <p:spPr>
          <a:xfrm>
            <a:off x="3814725" y="35394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6" name="Google Shape;626;p88"/>
          <p:cNvSpPr txBox="1"/>
          <p:nvPr>
            <p:ph idx="6" type="subTitle"/>
          </p:nvPr>
        </p:nvSpPr>
        <p:spPr>
          <a:xfrm>
            <a:off x="3814725" y="391209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ONLY_3_1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9"/>
          <p:cNvSpPr/>
          <p:nvPr/>
        </p:nvSpPr>
        <p:spPr>
          <a:xfrm>
            <a:off x="-25974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0" name="Google Shape;630;p89"/>
          <p:cNvSpPr txBox="1"/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1" name="Google Shape;631;p89"/>
          <p:cNvSpPr txBox="1"/>
          <p:nvPr>
            <p:ph idx="1" type="subTitle"/>
          </p:nvPr>
        </p:nvSpPr>
        <p:spPr>
          <a:xfrm>
            <a:off x="1433564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2" name="Google Shape;632;p89"/>
          <p:cNvSpPr txBox="1"/>
          <p:nvPr>
            <p:ph idx="2" type="subTitle"/>
          </p:nvPr>
        </p:nvSpPr>
        <p:spPr>
          <a:xfrm>
            <a:off x="935264" y="270568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3" name="Google Shape;633;p89"/>
          <p:cNvSpPr txBox="1"/>
          <p:nvPr>
            <p:ph idx="3" type="subTitle"/>
          </p:nvPr>
        </p:nvSpPr>
        <p:spPr>
          <a:xfrm>
            <a:off x="3892018" y="2327453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4" name="Google Shape;634;p89"/>
          <p:cNvSpPr txBox="1"/>
          <p:nvPr>
            <p:ph idx="4" type="subTitle"/>
          </p:nvPr>
        </p:nvSpPr>
        <p:spPr>
          <a:xfrm>
            <a:off x="3393718" y="270568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TITLE_ONLY_3_1_1">
    <p:bg>
      <p:bgPr>
        <a:solidFill>
          <a:schemeClr val="dk1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0"/>
          <p:cNvSpPr/>
          <p:nvPr/>
        </p:nvSpPr>
        <p:spPr>
          <a:xfrm>
            <a:off x="101550" y="109375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90"/>
          <p:cNvSpPr/>
          <p:nvPr/>
        </p:nvSpPr>
        <p:spPr>
          <a:xfrm rot="5400000">
            <a:off x="2171625" y="1555375"/>
            <a:ext cx="5160600" cy="20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90"/>
          <p:cNvSpPr txBox="1"/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90"/>
          <p:cNvSpPr txBox="1"/>
          <p:nvPr>
            <p:ph idx="1" type="subTitle"/>
          </p:nvPr>
        </p:nvSpPr>
        <p:spPr>
          <a:xfrm>
            <a:off x="3814725" y="5375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0" name="Google Shape;640;p90"/>
          <p:cNvSpPr txBox="1"/>
          <p:nvPr>
            <p:ph idx="2" type="subTitle"/>
          </p:nvPr>
        </p:nvSpPr>
        <p:spPr>
          <a:xfrm>
            <a:off x="3814725" y="90870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641" name="Google Shape;641;p90"/>
          <p:cNvSpPr txBox="1"/>
          <p:nvPr>
            <p:ph idx="3" type="subTitle"/>
          </p:nvPr>
        </p:nvSpPr>
        <p:spPr>
          <a:xfrm>
            <a:off x="3814725" y="2150549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2" name="Google Shape;642;p90"/>
          <p:cNvSpPr txBox="1"/>
          <p:nvPr>
            <p:ph idx="4" type="subTitle"/>
          </p:nvPr>
        </p:nvSpPr>
        <p:spPr>
          <a:xfrm>
            <a:off x="3814725" y="2531948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643" name="Google Shape;643;p90"/>
          <p:cNvSpPr txBox="1"/>
          <p:nvPr>
            <p:ph idx="5" type="subTitle"/>
          </p:nvPr>
        </p:nvSpPr>
        <p:spPr>
          <a:xfrm>
            <a:off x="3814725" y="3770513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4" name="Google Shape;644;p90"/>
          <p:cNvSpPr txBox="1"/>
          <p:nvPr>
            <p:ph idx="6" type="subTitle"/>
          </p:nvPr>
        </p:nvSpPr>
        <p:spPr>
          <a:xfrm>
            <a:off x="3814725" y="4151913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">
    <p:bg>
      <p:bgPr>
        <a:solidFill>
          <a:schemeClr val="dk1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9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91"/>
          <p:cNvSpPr txBox="1"/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1_2">
    <p:bg>
      <p:bgPr>
        <a:solidFill>
          <a:schemeClr val="lt1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9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92"/>
          <p:cNvSpPr txBox="1"/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1_1">
    <p:bg>
      <p:bgPr>
        <a:solidFill>
          <a:schemeClr val="dk1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3"/>
          <p:cNvSpPr txBox="1"/>
          <p:nvPr>
            <p:ph type="title"/>
          </p:nvPr>
        </p:nvSpPr>
        <p:spPr>
          <a:xfrm>
            <a:off x="4876902" y="120065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1_1_1">
    <p:bg>
      <p:bgPr>
        <a:solidFill>
          <a:schemeClr val="l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94"/>
          <p:cNvSpPr txBox="1"/>
          <p:nvPr>
            <p:ph type="title"/>
          </p:nvPr>
        </p:nvSpPr>
        <p:spPr>
          <a:xfrm>
            <a:off x="713227" y="3109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_1_1_1">
    <p:bg>
      <p:bgPr>
        <a:solidFill>
          <a:schemeClr val="dk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9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95"/>
          <p:cNvSpPr txBox="1"/>
          <p:nvPr>
            <p:ph type="title"/>
          </p:nvPr>
        </p:nvSpPr>
        <p:spPr>
          <a:xfrm>
            <a:off x="713227" y="5395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6"/>
          <p:cNvSpPr txBox="1"/>
          <p:nvPr>
            <p:ph type="title"/>
          </p:nvPr>
        </p:nvSpPr>
        <p:spPr>
          <a:xfrm>
            <a:off x="489900" y="2183550"/>
            <a:ext cx="22707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2" name="Google Shape;662;p9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2_3">
    <p:bg>
      <p:bgPr>
        <a:solidFill>
          <a:schemeClr val="dk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9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97"/>
          <p:cNvSpPr/>
          <p:nvPr/>
        </p:nvSpPr>
        <p:spPr>
          <a:xfrm>
            <a:off x="0" y="1234075"/>
            <a:ext cx="2906400" cy="267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66" name="Google Shape;666;p97"/>
          <p:cNvCxnSpPr/>
          <p:nvPr/>
        </p:nvCxnSpPr>
        <p:spPr>
          <a:xfrm>
            <a:off x="103800" y="1235275"/>
            <a:ext cx="0" cy="268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97"/>
          <p:cNvSpPr txBox="1"/>
          <p:nvPr>
            <p:ph type="title"/>
          </p:nvPr>
        </p:nvSpPr>
        <p:spPr>
          <a:xfrm>
            <a:off x="713225" y="2183550"/>
            <a:ext cx="22707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2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8"/>
          <p:cNvSpPr txBox="1"/>
          <p:nvPr>
            <p:ph type="title"/>
          </p:nvPr>
        </p:nvSpPr>
        <p:spPr>
          <a:xfrm>
            <a:off x="609547" y="378511"/>
            <a:ext cx="3946800" cy="13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2_2_1">
    <p:bg>
      <p:bgPr>
        <a:solidFill>
          <a:schemeClr val="dk1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9"/>
          <p:cNvSpPr txBox="1"/>
          <p:nvPr>
            <p:ph type="title"/>
          </p:nvPr>
        </p:nvSpPr>
        <p:spPr>
          <a:xfrm>
            <a:off x="713225" y="353950"/>
            <a:ext cx="7726800" cy="7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3" name="Google Shape;673;p9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2_1">
    <p:bg>
      <p:bgPr>
        <a:solidFill>
          <a:schemeClr val="dk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00"/>
          <p:cNvSpPr txBox="1"/>
          <p:nvPr>
            <p:ph type="title"/>
          </p:nvPr>
        </p:nvSpPr>
        <p:spPr>
          <a:xfrm>
            <a:off x="491400" y="1929600"/>
            <a:ext cx="22677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2_1_1">
    <p:bg>
      <p:bgPr>
        <a:solidFill>
          <a:schemeClr val="dk1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01"/>
          <p:cNvSpPr txBox="1"/>
          <p:nvPr>
            <p:ph type="title"/>
          </p:nvPr>
        </p:nvSpPr>
        <p:spPr>
          <a:xfrm>
            <a:off x="6172200" y="420540"/>
            <a:ext cx="22677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4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02"/>
          <p:cNvSpPr/>
          <p:nvPr/>
        </p:nvSpPr>
        <p:spPr>
          <a:xfrm>
            <a:off x="2897" y="-49925"/>
            <a:ext cx="9144000" cy="5208300"/>
          </a:xfrm>
          <a:prstGeom prst="rect">
            <a:avLst/>
          </a:prstGeom>
          <a:solidFill>
            <a:schemeClr val="dk1">
              <a:alpha val="648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02"/>
          <p:cNvSpPr/>
          <p:nvPr/>
        </p:nvSpPr>
        <p:spPr>
          <a:xfrm>
            <a:off x="2724150" y="0"/>
            <a:ext cx="3695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684" name="Google Shape;684;p102"/>
          <p:cNvCxnSpPr/>
          <p:nvPr/>
        </p:nvCxnSpPr>
        <p:spPr>
          <a:xfrm>
            <a:off x="2703648" y="106200"/>
            <a:ext cx="381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102"/>
          <p:cNvCxnSpPr/>
          <p:nvPr/>
        </p:nvCxnSpPr>
        <p:spPr>
          <a:xfrm>
            <a:off x="2703648" y="5037300"/>
            <a:ext cx="381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102"/>
          <p:cNvSpPr txBox="1"/>
          <p:nvPr>
            <p:ph type="title"/>
          </p:nvPr>
        </p:nvSpPr>
        <p:spPr>
          <a:xfrm>
            <a:off x="2724150" y="354084"/>
            <a:ext cx="36957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4_1">
    <p:bg>
      <p:bgPr>
        <a:solidFill>
          <a:schemeClr val="dk1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0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03"/>
          <p:cNvSpPr txBox="1"/>
          <p:nvPr>
            <p:ph type="title"/>
          </p:nvPr>
        </p:nvSpPr>
        <p:spPr>
          <a:xfrm>
            <a:off x="713225" y="682725"/>
            <a:ext cx="20841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4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04"/>
          <p:cNvSpPr txBox="1"/>
          <p:nvPr>
            <p:ph type="title"/>
          </p:nvPr>
        </p:nvSpPr>
        <p:spPr>
          <a:xfrm>
            <a:off x="678626" y="323575"/>
            <a:ext cx="7795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104"/>
          <p:cNvSpPr txBox="1"/>
          <p:nvPr>
            <p:ph idx="1" type="subTitle"/>
          </p:nvPr>
        </p:nvSpPr>
        <p:spPr>
          <a:xfrm>
            <a:off x="1129018" y="1419022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3" name="Google Shape;693;p104"/>
          <p:cNvSpPr txBox="1"/>
          <p:nvPr>
            <p:ph idx="2" type="subTitle"/>
          </p:nvPr>
        </p:nvSpPr>
        <p:spPr>
          <a:xfrm>
            <a:off x="1005268" y="17013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94" name="Google Shape;694;p104"/>
          <p:cNvSpPr txBox="1"/>
          <p:nvPr>
            <p:ph idx="3" type="subTitle"/>
          </p:nvPr>
        </p:nvSpPr>
        <p:spPr>
          <a:xfrm>
            <a:off x="3549953" y="141422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5" name="Google Shape;695;p104"/>
          <p:cNvSpPr txBox="1"/>
          <p:nvPr>
            <p:ph idx="4" type="subTitle"/>
          </p:nvPr>
        </p:nvSpPr>
        <p:spPr>
          <a:xfrm>
            <a:off x="3426503" y="1701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96" name="Google Shape;696;p104"/>
          <p:cNvSpPr txBox="1"/>
          <p:nvPr>
            <p:ph idx="5" type="subTitle"/>
          </p:nvPr>
        </p:nvSpPr>
        <p:spPr>
          <a:xfrm>
            <a:off x="6059184" y="1414222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7" name="Google Shape;697;p104"/>
          <p:cNvSpPr txBox="1"/>
          <p:nvPr>
            <p:ph idx="6" type="subTitle"/>
          </p:nvPr>
        </p:nvSpPr>
        <p:spPr>
          <a:xfrm>
            <a:off x="5883984" y="1701365"/>
            <a:ext cx="2222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98" name="Google Shape;698;p104"/>
          <p:cNvSpPr txBox="1"/>
          <p:nvPr>
            <p:ph idx="7" type="subTitle"/>
          </p:nvPr>
        </p:nvSpPr>
        <p:spPr>
          <a:xfrm>
            <a:off x="1129018" y="2684950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9" name="Google Shape;699;p104"/>
          <p:cNvSpPr txBox="1"/>
          <p:nvPr>
            <p:ph idx="8" type="subTitle"/>
          </p:nvPr>
        </p:nvSpPr>
        <p:spPr>
          <a:xfrm>
            <a:off x="1005268" y="2947812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00" name="Google Shape;700;p104"/>
          <p:cNvSpPr txBox="1"/>
          <p:nvPr>
            <p:ph idx="9" type="subTitle"/>
          </p:nvPr>
        </p:nvSpPr>
        <p:spPr>
          <a:xfrm>
            <a:off x="3551303" y="2684950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1" name="Google Shape;701;p104"/>
          <p:cNvSpPr txBox="1"/>
          <p:nvPr>
            <p:ph idx="13" type="subTitle"/>
          </p:nvPr>
        </p:nvSpPr>
        <p:spPr>
          <a:xfrm>
            <a:off x="3426503" y="2949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02" name="Google Shape;702;p104"/>
          <p:cNvSpPr txBox="1"/>
          <p:nvPr>
            <p:ph idx="14" type="subTitle"/>
          </p:nvPr>
        </p:nvSpPr>
        <p:spPr>
          <a:xfrm>
            <a:off x="6059184" y="2684950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3" name="Google Shape;703;p104"/>
          <p:cNvSpPr txBox="1"/>
          <p:nvPr>
            <p:ph idx="15" type="subTitle"/>
          </p:nvPr>
        </p:nvSpPr>
        <p:spPr>
          <a:xfrm>
            <a:off x="5934384" y="2949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04" name="Google Shape;704;p10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4_1">
    <p:bg>
      <p:bgPr>
        <a:solidFill>
          <a:schemeClr val="dk1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5"/>
          <p:cNvSpPr txBox="1"/>
          <p:nvPr>
            <p:ph type="title"/>
          </p:nvPr>
        </p:nvSpPr>
        <p:spPr>
          <a:xfrm>
            <a:off x="2397750" y="323575"/>
            <a:ext cx="607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7" name="Google Shape;707;p105"/>
          <p:cNvSpPr txBox="1"/>
          <p:nvPr>
            <p:ph idx="1" type="subTitle"/>
          </p:nvPr>
        </p:nvSpPr>
        <p:spPr>
          <a:xfrm>
            <a:off x="3201193" y="1571422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8" name="Google Shape;708;p105"/>
          <p:cNvSpPr txBox="1"/>
          <p:nvPr>
            <p:ph idx="2" type="subTitle"/>
          </p:nvPr>
        </p:nvSpPr>
        <p:spPr>
          <a:xfrm>
            <a:off x="3201193" y="18537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9" name="Google Shape;709;p105"/>
          <p:cNvSpPr txBox="1"/>
          <p:nvPr>
            <p:ph idx="3" type="subTitle"/>
          </p:nvPr>
        </p:nvSpPr>
        <p:spPr>
          <a:xfrm>
            <a:off x="6341184" y="156662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0" name="Google Shape;710;p105"/>
          <p:cNvSpPr txBox="1"/>
          <p:nvPr>
            <p:ph idx="4" type="subTitle"/>
          </p:nvPr>
        </p:nvSpPr>
        <p:spPr>
          <a:xfrm>
            <a:off x="6341184" y="18537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105"/>
          <p:cNvSpPr txBox="1"/>
          <p:nvPr>
            <p:ph idx="5" type="subTitle"/>
          </p:nvPr>
        </p:nvSpPr>
        <p:spPr>
          <a:xfrm>
            <a:off x="6341184" y="2665518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2" name="Google Shape;712;p105"/>
          <p:cNvSpPr txBox="1"/>
          <p:nvPr>
            <p:ph idx="6" type="subTitle"/>
          </p:nvPr>
        </p:nvSpPr>
        <p:spPr>
          <a:xfrm>
            <a:off x="6341184" y="2952661"/>
            <a:ext cx="2222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3" name="Google Shape;713;p105"/>
          <p:cNvSpPr txBox="1"/>
          <p:nvPr>
            <p:ph idx="7" type="subTitle"/>
          </p:nvPr>
        </p:nvSpPr>
        <p:spPr>
          <a:xfrm>
            <a:off x="3201193" y="2670711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4" name="Google Shape;714;p105"/>
          <p:cNvSpPr txBox="1"/>
          <p:nvPr>
            <p:ph idx="8" type="subTitle"/>
          </p:nvPr>
        </p:nvSpPr>
        <p:spPr>
          <a:xfrm>
            <a:off x="3201193" y="2954334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105"/>
          <p:cNvSpPr txBox="1"/>
          <p:nvPr>
            <p:ph idx="9" type="subTitle"/>
          </p:nvPr>
        </p:nvSpPr>
        <p:spPr>
          <a:xfrm>
            <a:off x="3201193" y="3785607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6" name="Google Shape;716;p105"/>
          <p:cNvSpPr txBox="1"/>
          <p:nvPr>
            <p:ph idx="13" type="subTitle"/>
          </p:nvPr>
        </p:nvSpPr>
        <p:spPr>
          <a:xfrm>
            <a:off x="3201193" y="4070783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7" name="Google Shape;717;p105"/>
          <p:cNvSpPr txBox="1"/>
          <p:nvPr>
            <p:ph idx="14" type="subTitle"/>
          </p:nvPr>
        </p:nvSpPr>
        <p:spPr>
          <a:xfrm>
            <a:off x="6341184" y="3787383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8" name="Google Shape;718;p105"/>
          <p:cNvSpPr txBox="1"/>
          <p:nvPr>
            <p:ph idx="15" type="subTitle"/>
          </p:nvPr>
        </p:nvSpPr>
        <p:spPr>
          <a:xfrm>
            <a:off x="6341184" y="4072559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9" name="Google Shape;719;p10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06"/>
          <p:cNvSpPr/>
          <p:nvPr/>
        </p:nvSpPr>
        <p:spPr>
          <a:xfrm>
            <a:off x="2766683" y="357561"/>
            <a:ext cx="5559600" cy="448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2" name="Google Shape;722;p106"/>
          <p:cNvSpPr txBox="1"/>
          <p:nvPr>
            <p:ph idx="1" type="subTitle"/>
          </p:nvPr>
        </p:nvSpPr>
        <p:spPr>
          <a:xfrm>
            <a:off x="3845043" y="1000523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3" name="Google Shape;723;p106"/>
          <p:cNvSpPr txBox="1"/>
          <p:nvPr>
            <p:ph idx="2" type="subTitle"/>
          </p:nvPr>
        </p:nvSpPr>
        <p:spPr>
          <a:xfrm>
            <a:off x="3845043" y="1263389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4" name="Google Shape;724;p106"/>
          <p:cNvSpPr txBox="1"/>
          <p:nvPr>
            <p:ph idx="3" type="subTitle"/>
          </p:nvPr>
        </p:nvSpPr>
        <p:spPr>
          <a:xfrm>
            <a:off x="3845043" y="30882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5" name="Google Shape;725;p106"/>
          <p:cNvSpPr txBox="1"/>
          <p:nvPr>
            <p:ph idx="4" type="subTitle"/>
          </p:nvPr>
        </p:nvSpPr>
        <p:spPr>
          <a:xfrm>
            <a:off x="6411818" y="1263378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106"/>
          <p:cNvSpPr txBox="1"/>
          <p:nvPr>
            <p:ph idx="5" type="subTitle"/>
          </p:nvPr>
        </p:nvSpPr>
        <p:spPr>
          <a:xfrm>
            <a:off x="6411068" y="999173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7" name="Google Shape;727;p106"/>
          <p:cNvSpPr txBox="1"/>
          <p:nvPr>
            <p:ph idx="6" type="subTitle"/>
          </p:nvPr>
        </p:nvSpPr>
        <p:spPr>
          <a:xfrm>
            <a:off x="3845043" y="3350418"/>
            <a:ext cx="1649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8" name="Google Shape;728;p106"/>
          <p:cNvSpPr txBox="1"/>
          <p:nvPr>
            <p:ph idx="7" type="subTitle"/>
          </p:nvPr>
        </p:nvSpPr>
        <p:spPr>
          <a:xfrm>
            <a:off x="6411818" y="30882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9" name="Google Shape;729;p106"/>
          <p:cNvSpPr txBox="1"/>
          <p:nvPr>
            <p:ph idx="8" type="subTitle"/>
          </p:nvPr>
        </p:nvSpPr>
        <p:spPr>
          <a:xfrm>
            <a:off x="6411818" y="3351760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0" name="Google Shape;730;p106"/>
          <p:cNvSpPr txBox="1"/>
          <p:nvPr>
            <p:ph type="title"/>
          </p:nvPr>
        </p:nvSpPr>
        <p:spPr>
          <a:xfrm>
            <a:off x="696450" y="1555800"/>
            <a:ext cx="18576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1" name="Google Shape;731;p10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2">
    <p:bg>
      <p:bgPr>
        <a:solidFill>
          <a:schemeClr val="dk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07"/>
          <p:cNvSpPr/>
          <p:nvPr/>
        </p:nvSpPr>
        <p:spPr>
          <a:xfrm>
            <a:off x="4116250" y="2066300"/>
            <a:ext cx="5208900" cy="10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4" name="Google Shape;734;p10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07"/>
          <p:cNvSpPr txBox="1"/>
          <p:nvPr>
            <p:ph idx="1" type="subTitle"/>
          </p:nvPr>
        </p:nvSpPr>
        <p:spPr>
          <a:xfrm>
            <a:off x="1617018" y="695723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6" name="Google Shape;736;p107"/>
          <p:cNvSpPr txBox="1"/>
          <p:nvPr>
            <p:ph idx="2" type="subTitle"/>
          </p:nvPr>
        </p:nvSpPr>
        <p:spPr>
          <a:xfrm>
            <a:off x="1617018" y="958589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7" name="Google Shape;737;p107"/>
          <p:cNvSpPr txBox="1"/>
          <p:nvPr>
            <p:ph idx="3" type="subTitle"/>
          </p:nvPr>
        </p:nvSpPr>
        <p:spPr>
          <a:xfrm>
            <a:off x="1617018" y="33930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8" name="Google Shape;738;p107"/>
          <p:cNvSpPr txBox="1"/>
          <p:nvPr>
            <p:ph idx="4" type="subTitle"/>
          </p:nvPr>
        </p:nvSpPr>
        <p:spPr>
          <a:xfrm>
            <a:off x="1617018" y="3655218"/>
            <a:ext cx="1649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9" name="Google Shape;739;p107"/>
          <p:cNvSpPr txBox="1"/>
          <p:nvPr>
            <p:ph idx="5" type="subTitle"/>
          </p:nvPr>
        </p:nvSpPr>
        <p:spPr>
          <a:xfrm>
            <a:off x="1617018" y="2047268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0" name="Google Shape;740;p107"/>
          <p:cNvSpPr txBox="1"/>
          <p:nvPr>
            <p:ph idx="6" type="subTitle"/>
          </p:nvPr>
        </p:nvSpPr>
        <p:spPr>
          <a:xfrm>
            <a:off x="1617018" y="2310740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p107"/>
          <p:cNvSpPr txBox="1"/>
          <p:nvPr>
            <p:ph type="title"/>
          </p:nvPr>
        </p:nvSpPr>
        <p:spPr>
          <a:xfrm>
            <a:off x="4571475" y="2238025"/>
            <a:ext cx="38685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08"/>
          <p:cNvSpPr txBox="1"/>
          <p:nvPr>
            <p:ph idx="1" type="subTitle"/>
          </p:nvPr>
        </p:nvSpPr>
        <p:spPr>
          <a:xfrm>
            <a:off x="4800600" y="740624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5" name="Google Shape;745;p108"/>
          <p:cNvSpPr txBox="1"/>
          <p:nvPr>
            <p:ph idx="2" type="subTitle"/>
          </p:nvPr>
        </p:nvSpPr>
        <p:spPr>
          <a:xfrm>
            <a:off x="4800600" y="1098397"/>
            <a:ext cx="34050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6" name="Google Shape;746;p108"/>
          <p:cNvSpPr txBox="1"/>
          <p:nvPr>
            <p:ph idx="3" type="subTitle"/>
          </p:nvPr>
        </p:nvSpPr>
        <p:spPr>
          <a:xfrm>
            <a:off x="4800600" y="3611735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7" name="Google Shape;747;p108"/>
          <p:cNvSpPr txBox="1"/>
          <p:nvPr>
            <p:ph idx="4" type="subTitle"/>
          </p:nvPr>
        </p:nvSpPr>
        <p:spPr>
          <a:xfrm>
            <a:off x="4800600" y="2060915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8" name="Google Shape;748;p108"/>
          <p:cNvSpPr txBox="1"/>
          <p:nvPr>
            <p:ph idx="5" type="subTitle"/>
          </p:nvPr>
        </p:nvSpPr>
        <p:spPr>
          <a:xfrm>
            <a:off x="4800600" y="1698951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9" name="Google Shape;749;p108"/>
          <p:cNvSpPr txBox="1"/>
          <p:nvPr>
            <p:ph idx="6" type="subTitle"/>
          </p:nvPr>
        </p:nvSpPr>
        <p:spPr>
          <a:xfrm>
            <a:off x="4800600" y="3970871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0" name="Google Shape;750;p108"/>
          <p:cNvSpPr txBox="1"/>
          <p:nvPr>
            <p:ph type="title"/>
          </p:nvPr>
        </p:nvSpPr>
        <p:spPr>
          <a:xfrm>
            <a:off x="603150" y="1892800"/>
            <a:ext cx="2044200" cy="11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108"/>
          <p:cNvSpPr txBox="1"/>
          <p:nvPr>
            <p:ph idx="7" type="subTitle"/>
          </p:nvPr>
        </p:nvSpPr>
        <p:spPr>
          <a:xfrm>
            <a:off x="4800600" y="3020457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2" name="Google Shape;752;p108"/>
          <p:cNvSpPr txBox="1"/>
          <p:nvPr>
            <p:ph idx="8" type="subTitle"/>
          </p:nvPr>
        </p:nvSpPr>
        <p:spPr>
          <a:xfrm>
            <a:off x="4800600" y="2658653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1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09"/>
          <p:cNvSpPr txBox="1"/>
          <p:nvPr>
            <p:ph idx="1" type="subTitle"/>
          </p:nvPr>
        </p:nvSpPr>
        <p:spPr>
          <a:xfrm>
            <a:off x="1440172" y="1904975"/>
            <a:ext cx="14640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6" name="Google Shape;756;p109"/>
          <p:cNvSpPr txBox="1"/>
          <p:nvPr>
            <p:ph idx="2" type="subTitle"/>
          </p:nvPr>
        </p:nvSpPr>
        <p:spPr>
          <a:xfrm>
            <a:off x="713225" y="2262750"/>
            <a:ext cx="21912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7" name="Google Shape;757;p109"/>
          <p:cNvSpPr txBox="1"/>
          <p:nvPr>
            <p:ph idx="3" type="subTitle"/>
          </p:nvPr>
        </p:nvSpPr>
        <p:spPr>
          <a:xfrm>
            <a:off x="6220767" y="3388835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8" name="Google Shape;758;p109"/>
          <p:cNvSpPr txBox="1"/>
          <p:nvPr>
            <p:ph idx="4" type="subTitle"/>
          </p:nvPr>
        </p:nvSpPr>
        <p:spPr>
          <a:xfrm>
            <a:off x="6220767" y="2266940"/>
            <a:ext cx="2194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9" name="Google Shape;759;p109"/>
          <p:cNvSpPr txBox="1"/>
          <p:nvPr>
            <p:ph idx="5" type="subTitle"/>
          </p:nvPr>
        </p:nvSpPr>
        <p:spPr>
          <a:xfrm>
            <a:off x="6220767" y="1904976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0" name="Google Shape;760;p109"/>
          <p:cNvSpPr txBox="1"/>
          <p:nvPr>
            <p:ph idx="6" type="subTitle"/>
          </p:nvPr>
        </p:nvSpPr>
        <p:spPr>
          <a:xfrm>
            <a:off x="6220767" y="3747971"/>
            <a:ext cx="2194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1" name="Google Shape;761;p109"/>
          <p:cNvSpPr txBox="1"/>
          <p:nvPr>
            <p:ph type="title"/>
          </p:nvPr>
        </p:nvSpPr>
        <p:spPr>
          <a:xfrm>
            <a:off x="1928825" y="377276"/>
            <a:ext cx="52863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109"/>
          <p:cNvSpPr txBox="1"/>
          <p:nvPr>
            <p:ph idx="7" type="subTitle"/>
          </p:nvPr>
        </p:nvSpPr>
        <p:spPr>
          <a:xfrm>
            <a:off x="715348" y="3751475"/>
            <a:ext cx="2188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3" name="Google Shape;763;p109"/>
          <p:cNvSpPr txBox="1"/>
          <p:nvPr>
            <p:ph idx="8" type="subTitle"/>
          </p:nvPr>
        </p:nvSpPr>
        <p:spPr>
          <a:xfrm>
            <a:off x="1438823" y="3389675"/>
            <a:ext cx="14655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2">
  <p:cSld name="CUSTOM_1_1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10"/>
          <p:cNvSpPr/>
          <p:nvPr/>
        </p:nvSpPr>
        <p:spPr>
          <a:xfrm>
            <a:off x="0" y="2571750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66" name="Google Shape;766;p110"/>
          <p:cNvSpPr txBox="1"/>
          <p:nvPr>
            <p:ph idx="1" type="subTitle"/>
          </p:nvPr>
        </p:nvSpPr>
        <p:spPr>
          <a:xfrm>
            <a:off x="3878479" y="3404434"/>
            <a:ext cx="13806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7" name="Google Shape;767;p110"/>
          <p:cNvSpPr txBox="1"/>
          <p:nvPr>
            <p:ph idx="2" type="subTitle"/>
          </p:nvPr>
        </p:nvSpPr>
        <p:spPr>
          <a:xfrm>
            <a:off x="3718125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110"/>
          <p:cNvSpPr txBox="1"/>
          <p:nvPr>
            <p:ph idx="3" type="subTitle"/>
          </p:nvPr>
        </p:nvSpPr>
        <p:spPr>
          <a:xfrm>
            <a:off x="1160379" y="340443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9" name="Google Shape;769;p110"/>
          <p:cNvSpPr txBox="1"/>
          <p:nvPr>
            <p:ph idx="4" type="subTitle"/>
          </p:nvPr>
        </p:nvSpPr>
        <p:spPr>
          <a:xfrm>
            <a:off x="6443575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0" name="Google Shape;770;p110"/>
          <p:cNvSpPr txBox="1"/>
          <p:nvPr>
            <p:ph idx="5" type="subTitle"/>
          </p:nvPr>
        </p:nvSpPr>
        <p:spPr>
          <a:xfrm>
            <a:off x="6607154" y="3403984"/>
            <a:ext cx="138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1" name="Google Shape;771;p110"/>
          <p:cNvSpPr txBox="1"/>
          <p:nvPr>
            <p:ph idx="6" type="subTitle"/>
          </p:nvPr>
        </p:nvSpPr>
        <p:spPr>
          <a:xfrm>
            <a:off x="999200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2" name="Google Shape;772;p110"/>
          <p:cNvSpPr txBox="1"/>
          <p:nvPr>
            <p:ph type="title"/>
          </p:nvPr>
        </p:nvSpPr>
        <p:spPr>
          <a:xfrm>
            <a:off x="1092825" y="316735"/>
            <a:ext cx="69519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11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4" name="Google Shape;774;p110"/>
          <p:cNvGrpSpPr/>
          <p:nvPr/>
        </p:nvGrpSpPr>
        <p:grpSpPr>
          <a:xfrm>
            <a:off x="101550" y="2571913"/>
            <a:ext cx="8941926" cy="2465867"/>
            <a:chOff x="101550" y="4001975"/>
            <a:chExt cx="8941926" cy="1035600"/>
          </a:xfrm>
        </p:grpSpPr>
        <p:cxnSp>
          <p:nvCxnSpPr>
            <p:cNvPr id="775" name="Google Shape;775;p110"/>
            <p:cNvCxnSpPr/>
            <p:nvPr/>
          </p:nvCxnSpPr>
          <p:spPr>
            <a:xfrm>
              <a:off x="102576" y="5037402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110"/>
            <p:cNvCxnSpPr/>
            <p:nvPr/>
          </p:nvCxnSpPr>
          <p:spPr>
            <a:xfrm>
              <a:off x="9042449" y="4001975"/>
              <a:ext cx="0" cy="1035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110"/>
            <p:cNvCxnSpPr/>
            <p:nvPr/>
          </p:nvCxnSpPr>
          <p:spPr>
            <a:xfrm>
              <a:off x="101550" y="4001975"/>
              <a:ext cx="0" cy="1035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3">
  <p:cSld name="CUSTOM_1_1_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1"/>
          <p:cNvSpPr txBox="1"/>
          <p:nvPr>
            <p:ph idx="1" type="subTitle"/>
          </p:nvPr>
        </p:nvSpPr>
        <p:spPr>
          <a:xfrm>
            <a:off x="4371899" y="2231747"/>
            <a:ext cx="13806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0" name="Google Shape;780;p111"/>
          <p:cNvSpPr txBox="1"/>
          <p:nvPr>
            <p:ph idx="2" type="subTitle"/>
          </p:nvPr>
        </p:nvSpPr>
        <p:spPr>
          <a:xfrm>
            <a:off x="4240062" y="253440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1" name="Google Shape;781;p111"/>
          <p:cNvSpPr txBox="1"/>
          <p:nvPr>
            <p:ph idx="3" type="subTitle"/>
          </p:nvPr>
        </p:nvSpPr>
        <p:spPr>
          <a:xfrm>
            <a:off x="6878236" y="983309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2" name="Google Shape;782;p111"/>
          <p:cNvSpPr txBox="1"/>
          <p:nvPr>
            <p:ph idx="4" type="subTitle"/>
          </p:nvPr>
        </p:nvSpPr>
        <p:spPr>
          <a:xfrm>
            <a:off x="6878238" y="378330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3" name="Google Shape;783;p111"/>
          <p:cNvSpPr txBox="1"/>
          <p:nvPr>
            <p:ph idx="5" type="subTitle"/>
          </p:nvPr>
        </p:nvSpPr>
        <p:spPr>
          <a:xfrm>
            <a:off x="6878236" y="3480209"/>
            <a:ext cx="138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4" name="Google Shape;784;p111"/>
          <p:cNvSpPr txBox="1"/>
          <p:nvPr>
            <p:ph idx="6" type="subTitle"/>
          </p:nvPr>
        </p:nvSpPr>
        <p:spPr>
          <a:xfrm>
            <a:off x="6878237" y="128595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5" name="Google Shape;785;p111"/>
          <p:cNvSpPr txBox="1"/>
          <p:nvPr>
            <p:ph type="title"/>
          </p:nvPr>
        </p:nvSpPr>
        <p:spPr>
          <a:xfrm>
            <a:off x="713225" y="316725"/>
            <a:ext cx="2457300" cy="16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6" name="Google Shape;786;p11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5">
  <p:cSld name="CUSTOM_2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12"/>
          <p:cNvSpPr txBox="1"/>
          <p:nvPr>
            <p:ph idx="1" type="subTitle"/>
          </p:nvPr>
        </p:nvSpPr>
        <p:spPr>
          <a:xfrm>
            <a:off x="1097425" y="141965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9" name="Google Shape;789;p112"/>
          <p:cNvSpPr txBox="1"/>
          <p:nvPr>
            <p:ph idx="2" type="subTitle"/>
          </p:nvPr>
        </p:nvSpPr>
        <p:spPr>
          <a:xfrm>
            <a:off x="491125" y="1770605"/>
            <a:ext cx="1985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0" name="Google Shape;790;p112"/>
          <p:cNvSpPr txBox="1"/>
          <p:nvPr>
            <p:ph idx="3" type="subTitle"/>
          </p:nvPr>
        </p:nvSpPr>
        <p:spPr>
          <a:xfrm>
            <a:off x="1097425" y="266987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1" name="Google Shape;791;p112"/>
          <p:cNvSpPr txBox="1"/>
          <p:nvPr>
            <p:ph idx="4" type="subTitle"/>
          </p:nvPr>
        </p:nvSpPr>
        <p:spPr>
          <a:xfrm>
            <a:off x="492025" y="3022471"/>
            <a:ext cx="1984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2" name="Google Shape;792;p112"/>
          <p:cNvSpPr txBox="1"/>
          <p:nvPr>
            <p:ph idx="5" type="subTitle"/>
          </p:nvPr>
        </p:nvSpPr>
        <p:spPr>
          <a:xfrm>
            <a:off x="6688052" y="141965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3" name="Google Shape;793;p112"/>
          <p:cNvSpPr txBox="1"/>
          <p:nvPr>
            <p:ph idx="6" type="subTitle"/>
          </p:nvPr>
        </p:nvSpPr>
        <p:spPr>
          <a:xfrm>
            <a:off x="6688052" y="1767956"/>
            <a:ext cx="1985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4" name="Google Shape;794;p112"/>
          <p:cNvSpPr txBox="1"/>
          <p:nvPr>
            <p:ph idx="7" type="subTitle"/>
          </p:nvPr>
        </p:nvSpPr>
        <p:spPr>
          <a:xfrm>
            <a:off x="6668083" y="26673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5" name="Google Shape;795;p112"/>
          <p:cNvSpPr txBox="1"/>
          <p:nvPr>
            <p:ph idx="8" type="subTitle"/>
          </p:nvPr>
        </p:nvSpPr>
        <p:spPr>
          <a:xfrm>
            <a:off x="6668083" y="3023302"/>
            <a:ext cx="1984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6" name="Google Shape;796;p112"/>
          <p:cNvSpPr txBox="1"/>
          <p:nvPr>
            <p:ph type="title"/>
          </p:nvPr>
        </p:nvSpPr>
        <p:spPr>
          <a:xfrm>
            <a:off x="2680670" y="442691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11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6">
  <p:cSld name="CUSTOM_2_3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3"/>
          <p:cNvSpPr/>
          <p:nvPr/>
        </p:nvSpPr>
        <p:spPr>
          <a:xfrm rot="-5400000">
            <a:off x="5197775" y="524950"/>
            <a:ext cx="3474300" cy="459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0" name="Google Shape;800;p113"/>
          <p:cNvSpPr txBox="1"/>
          <p:nvPr>
            <p:ph idx="1" type="subTitle"/>
          </p:nvPr>
        </p:nvSpPr>
        <p:spPr>
          <a:xfrm>
            <a:off x="5374550" y="304927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1" name="Google Shape;801;p113"/>
          <p:cNvSpPr txBox="1"/>
          <p:nvPr>
            <p:ph idx="2" type="subTitle"/>
          </p:nvPr>
        </p:nvSpPr>
        <p:spPr>
          <a:xfrm>
            <a:off x="5096250" y="3419674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2" name="Google Shape;802;p113"/>
          <p:cNvSpPr txBox="1"/>
          <p:nvPr>
            <p:ph idx="3" type="subTitle"/>
          </p:nvPr>
        </p:nvSpPr>
        <p:spPr>
          <a:xfrm>
            <a:off x="7070388" y="304927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3" name="Google Shape;803;p113"/>
          <p:cNvSpPr txBox="1"/>
          <p:nvPr>
            <p:ph idx="4" type="subTitle"/>
          </p:nvPr>
        </p:nvSpPr>
        <p:spPr>
          <a:xfrm>
            <a:off x="6781652" y="3401875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4" name="Google Shape;804;p113"/>
          <p:cNvSpPr txBox="1"/>
          <p:nvPr>
            <p:ph idx="5" type="subTitle"/>
          </p:nvPr>
        </p:nvSpPr>
        <p:spPr>
          <a:xfrm>
            <a:off x="7085058" y="169443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5" name="Google Shape;805;p113"/>
          <p:cNvSpPr txBox="1"/>
          <p:nvPr>
            <p:ph idx="6" type="subTitle"/>
          </p:nvPr>
        </p:nvSpPr>
        <p:spPr>
          <a:xfrm>
            <a:off x="5096252" y="2064834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6" name="Google Shape;806;p113"/>
          <p:cNvSpPr txBox="1"/>
          <p:nvPr>
            <p:ph idx="7" type="subTitle"/>
          </p:nvPr>
        </p:nvSpPr>
        <p:spPr>
          <a:xfrm>
            <a:off x="5387408" y="169442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7" name="Google Shape;807;p113"/>
          <p:cNvSpPr txBox="1"/>
          <p:nvPr>
            <p:ph idx="8" type="subTitle"/>
          </p:nvPr>
        </p:nvSpPr>
        <p:spPr>
          <a:xfrm>
            <a:off x="6794721" y="2064830"/>
            <a:ext cx="15321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8" name="Google Shape;808;p113"/>
          <p:cNvSpPr txBox="1"/>
          <p:nvPr>
            <p:ph type="title"/>
          </p:nvPr>
        </p:nvSpPr>
        <p:spPr>
          <a:xfrm>
            <a:off x="725525" y="442700"/>
            <a:ext cx="28326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9" name="Google Shape;809;p11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0" name="Google Shape;810;p113"/>
          <p:cNvCxnSpPr/>
          <p:nvPr/>
        </p:nvCxnSpPr>
        <p:spPr>
          <a:xfrm>
            <a:off x="9045300" y="1089550"/>
            <a:ext cx="0" cy="3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7">
  <p:cSld name="CUSTOM_2_1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14"/>
          <p:cNvSpPr txBox="1"/>
          <p:nvPr>
            <p:ph idx="1" type="subTitle"/>
          </p:nvPr>
        </p:nvSpPr>
        <p:spPr>
          <a:xfrm>
            <a:off x="3892017" y="16211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3" name="Google Shape;813;p114"/>
          <p:cNvSpPr txBox="1"/>
          <p:nvPr>
            <p:ph idx="2" type="subTitle"/>
          </p:nvPr>
        </p:nvSpPr>
        <p:spPr>
          <a:xfrm>
            <a:off x="669289" y="1492789"/>
            <a:ext cx="1763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4" name="Google Shape;814;p114"/>
          <p:cNvSpPr txBox="1"/>
          <p:nvPr>
            <p:ph idx="3" type="subTitle"/>
          </p:nvPr>
        </p:nvSpPr>
        <p:spPr>
          <a:xfrm>
            <a:off x="3882600" y="273982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5" name="Google Shape;815;p114"/>
          <p:cNvSpPr txBox="1"/>
          <p:nvPr>
            <p:ph idx="4" type="subTitle"/>
          </p:nvPr>
        </p:nvSpPr>
        <p:spPr>
          <a:xfrm>
            <a:off x="667489" y="2603622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6" name="Google Shape;816;p114"/>
          <p:cNvSpPr txBox="1"/>
          <p:nvPr>
            <p:ph idx="5" type="subTitle"/>
          </p:nvPr>
        </p:nvSpPr>
        <p:spPr>
          <a:xfrm>
            <a:off x="3892017" y="21790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7" name="Google Shape;817;p114"/>
          <p:cNvSpPr txBox="1"/>
          <p:nvPr>
            <p:ph idx="6" type="subTitle"/>
          </p:nvPr>
        </p:nvSpPr>
        <p:spPr>
          <a:xfrm>
            <a:off x="6711611" y="2024790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8" name="Google Shape;818;p114"/>
          <p:cNvSpPr txBox="1"/>
          <p:nvPr>
            <p:ph idx="7" type="subTitle"/>
          </p:nvPr>
        </p:nvSpPr>
        <p:spPr>
          <a:xfrm>
            <a:off x="3882600" y="329361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9" name="Google Shape;819;p114"/>
          <p:cNvSpPr txBox="1"/>
          <p:nvPr>
            <p:ph idx="8" type="subTitle"/>
          </p:nvPr>
        </p:nvSpPr>
        <p:spPr>
          <a:xfrm>
            <a:off x="6711611" y="3175052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0" name="Google Shape;820;p114"/>
          <p:cNvSpPr txBox="1"/>
          <p:nvPr>
            <p:ph type="title"/>
          </p:nvPr>
        </p:nvSpPr>
        <p:spPr>
          <a:xfrm>
            <a:off x="2654850" y="321157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1" name="Google Shape;821;p11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8">
  <p:cSld name="CUSTOM_2_1_2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15"/>
          <p:cNvSpPr txBox="1"/>
          <p:nvPr>
            <p:ph idx="1" type="subTitle"/>
          </p:nvPr>
        </p:nvSpPr>
        <p:spPr>
          <a:xfrm>
            <a:off x="2904335" y="1810511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4" name="Google Shape;824;p115"/>
          <p:cNvSpPr txBox="1"/>
          <p:nvPr>
            <p:ph idx="2" type="subTitle"/>
          </p:nvPr>
        </p:nvSpPr>
        <p:spPr>
          <a:xfrm>
            <a:off x="5913600" y="1684154"/>
            <a:ext cx="2523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5" name="Google Shape;825;p115"/>
          <p:cNvSpPr txBox="1"/>
          <p:nvPr>
            <p:ph idx="3" type="subTitle"/>
          </p:nvPr>
        </p:nvSpPr>
        <p:spPr>
          <a:xfrm>
            <a:off x="2904335" y="298504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6" name="Google Shape;826;p115"/>
          <p:cNvSpPr txBox="1"/>
          <p:nvPr>
            <p:ph idx="4" type="subTitle"/>
          </p:nvPr>
        </p:nvSpPr>
        <p:spPr>
          <a:xfrm>
            <a:off x="5913600" y="3452901"/>
            <a:ext cx="2523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7" name="Google Shape;827;p115"/>
          <p:cNvSpPr txBox="1"/>
          <p:nvPr>
            <p:ph idx="5" type="subTitle"/>
          </p:nvPr>
        </p:nvSpPr>
        <p:spPr>
          <a:xfrm>
            <a:off x="2904335" y="239777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8" name="Google Shape;828;p115"/>
          <p:cNvSpPr txBox="1"/>
          <p:nvPr>
            <p:ph idx="6" type="subTitle"/>
          </p:nvPr>
        </p:nvSpPr>
        <p:spPr>
          <a:xfrm>
            <a:off x="5913600" y="2273737"/>
            <a:ext cx="25263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9" name="Google Shape;829;p115"/>
          <p:cNvSpPr txBox="1"/>
          <p:nvPr>
            <p:ph idx="7" type="subTitle"/>
          </p:nvPr>
        </p:nvSpPr>
        <p:spPr>
          <a:xfrm>
            <a:off x="2904335" y="357230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0" name="Google Shape;830;p115"/>
          <p:cNvSpPr txBox="1"/>
          <p:nvPr>
            <p:ph idx="8" type="subTitle"/>
          </p:nvPr>
        </p:nvSpPr>
        <p:spPr>
          <a:xfrm>
            <a:off x="5913600" y="2863319"/>
            <a:ext cx="25263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1" name="Google Shape;831;p115"/>
          <p:cNvSpPr txBox="1"/>
          <p:nvPr>
            <p:ph type="title"/>
          </p:nvPr>
        </p:nvSpPr>
        <p:spPr>
          <a:xfrm>
            <a:off x="4605600" y="321157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2" name="Google Shape;832;p11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9">
  <p:cSld name="CUSTOM_2_1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1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16"/>
          <p:cNvSpPr/>
          <p:nvPr/>
        </p:nvSpPr>
        <p:spPr>
          <a:xfrm>
            <a:off x="0" y="2565177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36" name="Google Shape;836;p116"/>
          <p:cNvGrpSpPr/>
          <p:nvPr/>
        </p:nvGrpSpPr>
        <p:grpSpPr>
          <a:xfrm>
            <a:off x="101550" y="2565175"/>
            <a:ext cx="8941926" cy="2472300"/>
            <a:chOff x="101550" y="2565175"/>
            <a:chExt cx="8941926" cy="2472300"/>
          </a:xfrm>
        </p:grpSpPr>
        <p:cxnSp>
          <p:nvCxnSpPr>
            <p:cNvPr id="837" name="Google Shape;837;p116"/>
            <p:cNvCxnSpPr/>
            <p:nvPr/>
          </p:nvCxnSpPr>
          <p:spPr>
            <a:xfrm>
              <a:off x="102576" y="5037300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116"/>
            <p:cNvCxnSpPr/>
            <p:nvPr/>
          </p:nvCxnSpPr>
          <p:spPr>
            <a:xfrm>
              <a:off x="9042450" y="2565175"/>
              <a:ext cx="0" cy="2472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116"/>
            <p:cNvCxnSpPr/>
            <p:nvPr/>
          </p:nvCxnSpPr>
          <p:spPr>
            <a:xfrm>
              <a:off x="101550" y="2565175"/>
              <a:ext cx="0" cy="2472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0" name="Google Shape;840;p116"/>
          <p:cNvSpPr txBox="1"/>
          <p:nvPr>
            <p:ph idx="1" type="subTitle"/>
          </p:nvPr>
        </p:nvSpPr>
        <p:spPr>
          <a:xfrm>
            <a:off x="656175" y="3176932"/>
            <a:ext cx="176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1" name="Google Shape;841;p116"/>
          <p:cNvSpPr txBox="1"/>
          <p:nvPr>
            <p:ph idx="2" type="subTitle"/>
          </p:nvPr>
        </p:nvSpPr>
        <p:spPr>
          <a:xfrm>
            <a:off x="2683325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42" name="Google Shape;842;p116"/>
          <p:cNvSpPr txBox="1"/>
          <p:nvPr>
            <p:ph idx="3" type="subTitle"/>
          </p:nvPr>
        </p:nvSpPr>
        <p:spPr>
          <a:xfrm>
            <a:off x="6725625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43" name="Google Shape;843;p116"/>
          <p:cNvSpPr txBox="1"/>
          <p:nvPr>
            <p:ph idx="4" type="subTitle"/>
          </p:nvPr>
        </p:nvSpPr>
        <p:spPr>
          <a:xfrm>
            <a:off x="4710283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4" name="Google Shape;844;p116"/>
          <p:cNvSpPr txBox="1"/>
          <p:nvPr>
            <p:ph type="title"/>
          </p:nvPr>
        </p:nvSpPr>
        <p:spPr>
          <a:xfrm>
            <a:off x="1782363" y="321150"/>
            <a:ext cx="5580300" cy="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0">
  <p:cSld name="CUSTOM_2_1_1_1">
    <p:bg>
      <p:bgPr>
        <a:solidFill>
          <a:schemeClr val="dk1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1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17"/>
          <p:cNvSpPr txBox="1"/>
          <p:nvPr>
            <p:ph idx="1" type="subTitle"/>
          </p:nvPr>
        </p:nvSpPr>
        <p:spPr>
          <a:xfrm>
            <a:off x="5210075" y="2870672"/>
            <a:ext cx="176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8" name="Google Shape;848;p117"/>
          <p:cNvSpPr txBox="1"/>
          <p:nvPr>
            <p:ph idx="2" type="subTitle"/>
          </p:nvPr>
        </p:nvSpPr>
        <p:spPr>
          <a:xfrm>
            <a:off x="5210075" y="3877838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9" name="Google Shape;849;p117"/>
          <p:cNvSpPr txBox="1"/>
          <p:nvPr>
            <p:ph idx="3" type="subTitle"/>
          </p:nvPr>
        </p:nvSpPr>
        <p:spPr>
          <a:xfrm>
            <a:off x="5210075" y="837463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0" name="Google Shape;850;p117"/>
          <p:cNvSpPr txBox="1"/>
          <p:nvPr>
            <p:ph idx="4" type="subTitle"/>
          </p:nvPr>
        </p:nvSpPr>
        <p:spPr>
          <a:xfrm>
            <a:off x="5210075" y="1849820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1" name="Google Shape;851;p117"/>
          <p:cNvSpPr txBox="1"/>
          <p:nvPr>
            <p:ph type="title"/>
          </p:nvPr>
        </p:nvSpPr>
        <p:spPr>
          <a:xfrm>
            <a:off x="713225" y="1825729"/>
            <a:ext cx="2930400" cy="14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1">
  <p:cSld name="CUSTOM_2_2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1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8"/>
          <p:cNvSpPr/>
          <p:nvPr/>
        </p:nvSpPr>
        <p:spPr>
          <a:xfrm rot="-5400000">
            <a:off x="791250" y="1657225"/>
            <a:ext cx="2261700" cy="381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5" name="Google Shape;855;p118"/>
          <p:cNvSpPr/>
          <p:nvPr/>
        </p:nvSpPr>
        <p:spPr>
          <a:xfrm rot="-5400000">
            <a:off x="6100626" y="-249300"/>
            <a:ext cx="2261700" cy="384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56" name="Google Shape;856;p118"/>
          <p:cNvCxnSpPr/>
          <p:nvPr/>
        </p:nvCxnSpPr>
        <p:spPr>
          <a:xfrm rot="10800000">
            <a:off x="102175" y="2435250"/>
            <a:ext cx="0" cy="225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118"/>
          <p:cNvCxnSpPr/>
          <p:nvPr/>
        </p:nvCxnSpPr>
        <p:spPr>
          <a:xfrm rot="10800000">
            <a:off x="9042450" y="542550"/>
            <a:ext cx="0" cy="225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118"/>
          <p:cNvSpPr txBox="1"/>
          <p:nvPr>
            <p:ph idx="1" type="subTitle"/>
          </p:nvPr>
        </p:nvSpPr>
        <p:spPr>
          <a:xfrm>
            <a:off x="638712" y="369595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9" name="Google Shape;859;p118"/>
          <p:cNvSpPr txBox="1"/>
          <p:nvPr>
            <p:ph idx="2" type="subTitle"/>
          </p:nvPr>
        </p:nvSpPr>
        <p:spPr>
          <a:xfrm>
            <a:off x="638700" y="2992465"/>
            <a:ext cx="28245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0" name="Google Shape;860;p118"/>
          <p:cNvSpPr txBox="1"/>
          <p:nvPr>
            <p:ph idx="3" type="subTitle"/>
          </p:nvPr>
        </p:nvSpPr>
        <p:spPr>
          <a:xfrm>
            <a:off x="638712" y="2708842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118"/>
          <p:cNvSpPr txBox="1"/>
          <p:nvPr>
            <p:ph idx="4" type="subTitle"/>
          </p:nvPr>
        </p:nvSpPr>
        <p:spPr>
          <a:xfrm>
            <a:off x="638700" y="3979363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2" name="Google Shape;862;p118"/>
          <p:cNvSpPr txBox="1"/>
          <p:nvPr>
            <p:ph idx="5" type="subTitle"/>
          </p:nvPr>
        </p:nvSpPr>
        <p:spPr>
          <a:xfrm>
            <a:off x="5659138" y="81758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3" name="Google Shape;863;p118"/>
          <p:cNvSpPr txBox="1"/>
          <p:nvPr>
            <p:ph idx="6" type="subTitle"/>
          </p:nvPr>
        </p:nvSpPr>
        <p:spPr>
          <a:xfrm>
            <a:off x="5659138" y="2085210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4" name="Google Shape;864;p118"/>
          <p:cNvSpPr txBox="1"/>
          <p:nvPr>
            <p:ph idx="7" type="subTitle"/>
          </p:nvPr>
        </p:nvSpPr>
        <p:spPr>
          <a:xfrm>
            <a:off x="5659138" y="18041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5" name="Google Shape;865;p118"/>
          <p:cNvSpPr txBox="1"/>
          <p:nvPr>
            <p:ph idx="8" type="subTitle"/>
          </p:nvPr>
        </p:nvSpPr>
        <p:spPr>
          <a:xfrm>
            <a:off x="5659138" y="1100466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6" name="Google Shape;866;p118"/>
          <p:cNvSpPr txBox="1"/>
          <p:nvPr>
            <p:ph type="title"/>
          </p:nvPr>
        </p:nvSpPr>
        <p:spPr>
          <a:xfrm>
            <a:off x="614437" y="321594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2">
  <p:cSld name="CUSTOM_2_2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1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19"/>
          <p:cNvSpPr txBox="1"/>
          <p:nvPr>
            <p:ph idx="1" type="subTitle"/>
          </p:nvPr>
        </p:nvSpPr>
        <p:spPr>
          <a:xfrm>
            <a:off x="2844037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0" name="Google Shape;870;p119"/>
          <p:cNvSpPr txBox="1"/>
          <p:nvPr>
            <p:ph idx="2" type="subTitle"/>
          </p:nvPr>
        </p:nvSpPr>
        <p:spPr>
          <a:xfrm>
            <a:off x="766875" y="2110195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1" name="Google Shape;871;p119"/>
          <p:cNvSpPr txBox="1"/>
          <p:nvPr>
            <p:ph idx="3" type="subTitle"/>
          </p:nvPr>
        </p:nvSpPr>
        <p:spPr>
          <a:xfrm>
            <a:off x="766887" y="1738347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2" name="Google Shape;872;p119"/>
          <p:cNvSpPr txBox="1"/>
          <p:nvPr>
            <p:ph idx="4" type="subTitle"/>
          </p:nvPr>
        </p:nvSpPr>
        <p:spPr>
          <a:xfrm>
            <a:off x="2844025" y="2109968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3" name="Google Shape;873;p119"/>
          <p:cNvSpPr txBox="1"/>
          <p:nvPr>
            <p:ph idx="5" type="subTitle"/>
          </p:nvPr>
        </p:nvSpPr>
        <p:spPr>
          <a:xfrm>
            <a:off x="4919363" y="17383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4" name="Google Shape;874;p119"/>
          <p:cNvSpPr txBox="1"/>
          <p:nvPr>
            <p:ph idx="6" type="subTitle"/>
          </p:nvPr>
        </p:nvSpPr>
        <p:spPr>
          <a:xfrm>
            <a:off x="6996513" y="2107626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5" name="Google Shape;875;p119"/>
          <p:cNvSpPr txBox="1"/>
          <p:nvPr>
            <p:ph idx="7" type="subTitle"/>
          </p:nvPr>
        </p:nvSpPr>
        <p:spPr>
          <a:xfrm>
            <a:off x="6996513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6" name="Google Shape;876;p119"/>
          <p:cNvSpPr txBox="1"/>
          <p:nvPr>
            <p:ph idx="8" type="subTitle"/>
          </p:nvPr>
        </p:nvSpPr>
        <p:spPr>
          <a:xfrm>
            <a:off x="4919363" y="2109457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7" name="Google Shape;877;p119"/>
          <p:cNvSpPr txBox="1"/>
          <p:nvPr>
            <p:ph type="title"/>
          </p:nvPr>
        </p:nvSpPr>
        <p:spPr>
          <a:xfrm>
            <a:off x="2654850" y="321594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20"/>
          <p:cNvSpPr/>
          <p:nvPr/>
        </p:nvSpPr>
        <p:spPr>
          <a:xfrm>
            <a:off x="12520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20"/>
          <p:cNvSpPr/>
          <p:nvPr/>
        </p:nvSpPr>
        <p:spPr>
          <a:xfrm>
            <a:off x="2662900" y="1745225"/>
            <a:ext cx="3865500" cy="346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20"/>
          <p:cNvSpPr txBox="1"/>
          <p:nvPr/>
        </p:nvSpPr>
        <p:spPr>
          <a:xfrm>
            <a:off x="3311250" y="3765800"/>
            <a:ext cx="2521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CREDITS: This presentation template was created by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Slidesgo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, including icons by 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Flaticon,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 and infographics &amp; images by 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Freepik. </a:t>
            </a:r>
            <a:endParaRPr b="1"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82" name="Google Shape;882;p120"/>
          <p:cNvSpPr txBox="1"/>
          <p:nvPr>
            <p:ph type="title"/>
          </p:nvPr>
        </p:nvSpPr>
        <p:spPr>
          <a:xfrm>
            <a:off x="2680525" y="663091"/>
            <a:ext cx="3834300" cy="1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3" name="Google Shape;883;p120"/>
          <p:cNvSpPr txBox="1"/>
          <p:nvPr>
            <p:ph idx="1" type="subTitle"/>
          </p:nvPr>
        </p:nvSpPr>
        <p:spPr>
          <a:xfrm>
            <a:off x="2773100" y="1898029"/>
            <a:ext cx="3571500" cy="1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884" name="Google Shape;884;p120"/>
          <p:cNvCxnSpPr/>
          <p:nvPr/>
        </p:nvCxnSpPr>
        <p:spPr>
          <a:xfrm>
            <a:off x="2661313" y="5037300"/>
            <a:ext cx="3872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_1_1_1">
    <p:bg>
      <p:bgPr>
        <a:solidFill>
          <a:schemeClr val="dk1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2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_2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2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22"/>
          <p:cNvSpPr txBox="1"/>
          <p:nvPr>
            <p:ph idx="1" type="subTitle"/>
          </p:nvPr>
        </p:nvSpPr>
        <p:spPr>
          <a:xfrm>
            <a:off x="2844037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0" name="Google Shape;890;p122"/>
          <p:cNvSpPr txBox="1"/>
          <p:nvPr>
            <p:ph idx="2" type="subTitle"/>
          </p:nvPr>
        </p:nvSpPr>
        <p:spPr>
          <a:xfrm>
            <a:off x="766875" y="2110195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1" name="Google Shape;891;p122"/>
          <p:cNvSpPr txBox="1"/>
          <p:nvPr>
            <p:ph idx="3" type="subTitle"/>
          </p:nvPr>
        </p:nvSpPr>
        <p:spPr>
          <a:xfrm>
            <a:off x="766887" y="1738347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2" name="Google Shape;892;p122"/>
          <p:cNvSpPr txBox="1"/>
          <p:nvPr>
            <p:ph idx="4" type="subTitle"/>
          </p:nvPr>
        </p:nvSpPr>
        <p:spPr>
          <a:xfrm>
            <a:off x="2844025" y="2109968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3" name="Google Shape;893;p122"/>
          <p:cNvSpPr txBox="1"/>
          <p:nvPr>
            <p:ph idx="5" type="subTitle"/>
          </p:nvPr>
        </p:nvSpPr>
        <p:spPr>
          <a:xfrm>
            <a:off x="4919363" y="17383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4" name="Google Shape;894;p122"/>
          <p:cNvSpPr txBox="1"/>
          <p:nvPr>
            <p:ph idx="6" type="subTitle"/>
          </p:nvPr>
        </p:nvSpPr>
        <p:spPr>
          <a:xfrm>
            <a:off x="6996513" y="2107626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5" name="Google Shape;895;p122"/>
          <p:cNvSpPr txBox="1"/>
          <p:nvPr>
            <p:ph idx="7" type="subTitle"/>
          </p:nvPr>
        </p:nvSpPr>
        <p:spPr>
          <a:xfrm>
            <a:off x="6996513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6" name="Google Shape;896;p122"/>
          <p:cNvSpPr txBox="1"/>
          <p:nvPr>
            <p:ph idx="8" type="subTitle"/>
          </p:nvPr>
        </p:nvSpPr>
        <p:spPr>
          <a:xfrm>
            <a:off x="4919363" y="2109457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3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1" Type="http://schemas.openxmlformats.org/officeDocument/2006/relationships/theme" Target="../theme/theme1.xml"/><Relationship Id="rId20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Bebas Neue"/>
              <a:buNone/>
              <a:defRPr b="1" sz="43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"/>
              <a:buChar char="●"/>
              <a:defRPr sz="18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Bebas Neue"/>
              <a:buNone/>
              <a:defRPr b="1" sz="43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"/>
              <a:buChar char="●"/>
              <a:defRPr sz="18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23"/>
          <p:cNvSpPr txBox="1"/>
          <p:nvPr>
            <p:ph idx="1" type="subTitle"/>
          </p:nvPr>
        </p:nvSpPr>
        <p:spPr>
          <a:xfrm>
            <a:off x="2363100" y="3569450"/>
            <a:ext cx="4417800" cy="369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DIVAKAR PRESENTATION</a:t>
            </a:r>
            <a:endParaRPr sz="1400"/>
          </a:p>
        </p:txBody>
      </p:sp>
      <p:sp>
        <p:nvSpPr>
          <p:cNvPr id="902" name="Google Shape;902;p123"/>
          <p:cNvSpPr txBox="1"/>
          <p:nvPr>
            <p:ph type="ctrTitle"/>
          </p:nvPr>
        </p:nvSpPr>
        <p:spPr>
          <a:xfrm>
            <a:off x="112150" y="1479675"/>
            <a:ext cx="8919000" cy="22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Subquery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24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lang="en"/>
              <a:t>Window Functions?....</a:t>
            </a:r>
            <a:endParaRPr/>
          </a:p>
        </p:txBody>
      </p:sp>
      <p:sp>
        <p:nvSpPr>
          <p:cNvPr id="908" name="Google Shape;908;p124"/>
          <p:cNvSpPr txBox="1"/>
          <p:nvPr>
            <p:ph idx="1" type="subTitle"/>
          </p:nvPr>
        </p:nvSpPr>
        <p:spPr>
          <a:xfrm>
            <a:off x="3917425" y="1235900"/>
            <a:ext cx="4851600" cy="3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 allows performing calculations across a set of rows that are related to the current row, without collapsing the result into a single value.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</a:t>
            </a: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 use values from multiple rows to produce values for each row separately.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They are commonly used for tasks like aggregates, rankings and running totals.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Aggregate functions become window functions when used with the OVER() clause.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Aggregate + OVER() = Window Function.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909" name="Google Shape;909;p124"/>
          <p:cNvGrpSpPr/>
          <p:nvPr/>
        </p:nvGrpSpPr>
        <p:grpSpPr>
          <a:xfrm>
            <a:off x="1006574" y="1119550"/>
            <a:ext cx="2245501" cy="3676701"/>
            <a:chOff x="812199" y="1154075"/>
            <a:chExt cx="2245501" cy="3676701"/>
          </a:xfrm>
        </p:grpSpPr>
        <p:pic>
          <p:nvPicPr>
            <p:cNvPr id="910" name="Google Shape;910;p124"/>
            <p:cNvPicPr preferRelativeResize="0"/>
            <p:nvPr/>
          </p:nvPicPr>
          <p:blipFill rotWithShape="1">
            <a:blip r:embed="rId3">
              <a:alphaModFix/>
            </a:blip>
            <a:srcRect b="0" l="0" r="52207" t="0"/>
            <a:stretch/>
          </p:blipFill>
          <p:spPr>
            <a:xfrm>
              <a:off x="812200" y="1154075"/>
              <a:ext cx="2245500" cy="1810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24"/>
            <p:cNvPicPr preferRelativeResize="0"/>
            <p:nvPr/>
          </p:nvPicPr>
          <p:blipFill rotWithShape="1">
            <a:blip r:embed="rId3">
              <a:alphaModFix/>
            </a:blip>
            <a:srcRect b="0" l="52205" r="0" t="0"/>
            <a:stretch/>
          </p:blipFill>
          <p:spPr>
            <a:xfrm>
              <a:off x="812199" y="3020325"/>
              <a:ext cx="2245500" cy="1810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25"/>
          <p:cNvSpPr txBox="1"/>
          <p:nvPr>
            <p:ph type="title"/>
          </p:nvPr>
        </p:nvSpPr>
        <p:spPr>
          <a:xfrm>
            <a:off x="113550" y="174050"/>
            <a:ext cx="89169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Types of Window Functions</a:t>
            </a:r>
            <a:endParaRPr sz="3600"/>
          </a:p>
        </p:txBody>
      </p:sp>
      <p:grpSp>
        <p:nvGrpSpPr>
          <p:cNvPr id="917" name="Google Shape;917;p125"/>
          <p:cNvGrpSpPr/>
          <p:nvPr/>
        </p:nvGrpSpPr>
        <p:grpSpPr>
          <a:xfrm>
            <a:off x="99221" y="96025"/>
            <a:ext cx="1927585" cy="4941000"/>
            <a:chOff x="114175" y="96025"/>
            <a:chExt cx="2081400" cy="4941000"/>
          </a:xfrm>
        </p:grpSpPr>
        <p:cxnSp>
          <p:nvCxnSpPr>
            <p:cNvPr id="918" name="Google Shape;918;p125"/>
            <p:cNvCxnSpPr/>
            <p:nvPr/>
          </p:nvCxnSpPr>
          <p:spPr>
            <a:xfrm>
              <a:off x="114175" y="5036881"/>
              <a:ext cx="2081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19" name="Google Shape;919;p125"/>
            <p:cNvGrpSpPr/>
            <p:nvPr/>
          </p:nvGrpSpPr>
          <p:grpSpPr>
            <a:xfrm>
              <a:off x="114175" y="96025"/>
              <a:ext cx="2081400" cy="4941000"/>
              <a:chOff x="114175" y="96025"/>
              <a:chExt cx="2081400" cy="4941000"/>
            </a:xfrm>
          </p:grpSpPr>
          <p:cxnSp>
            <p:nvCxnSpPr>
              <p:cNvPr id="920" name="Google Shape;920;p125"/>
              <p:cNvCxnSpPr/>
              <p:nvPr/>
            </p:nvCxnSpPr>
            <p:spPr>
              <a:xfrm>
                <a:off x="114175" y="105428"/>
                <a:ext cx="2081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" name="Google Shape;921;p125"/>
              <p:cNvCxnSpPr/>
              <p:nvPr/>
            </p:nvCxnSpPr>
            <p:spPr>
              <a:xfrm>
                <a:off x="119375" y="96025"/>
                <a:ext cx="0" cy="4941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22" name="Google Shape;922;p125"/>
          <p:cNvGrpSpPr/>
          <p:nvPr/>
        </p:nvGrpSpPr>
        <p:grpSpPr>
          <a:xfrm>
            <a:off x="505019" y="889623"/>
            <a:ext cx="8133948" cy="3573412"/>
            <a:chOff x="505019" y="814863"/>
            <a:chExt cx="8133948" cy="3573412"/>
          </a:xfrm>
        </p:grpSpPr>
        <p:grpSp>
          <p:nvGrpSpPr>
            <p:cNvPr id="923" name="Google Shape;923;p125"/>
            <p:cNvGrpSpPr/>
            <p:nvPr/>
          </p:nvGrpSpPr>
          <p:grpSpPr>
            <a:xfrm>
              <a:off x="505019" y="1402175"/>
              <a:ext cx="8133948" cy="2986100"/>
              <a:chOff x="740100" y="1290025"/>
              <a:chExt cx="8133948" cy="2986100"/>
            </a:xfrm>
          </p:grpSpPr>
          <p:pic>
            <p:nvPicPr>
              <p:cNvPr id="924" name="Google Shape;924;p125"/>
              <p:cNvPicPr preferRelativeResize="0"/>
              <p:nvPr/>
            </p:nvPicPr>
            <p:blipFill rotWithShape="1">
              <a:blip r:embed="rId3">
                <a:alphaModFix/>
              </a:blip>
              <a:srcRect b="0" l="8586" r="9406" t="0"/>
              <a:stretch/>
            </p:blipFill>
            <p:spPr>
              <a:xfrm>
                <a:off x="740100" y="1290025"/>
                <a:ext cx="3192250" cy="1311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5" name="Google Shape;925;p125"/>
              <p:cNvPicPr preferRelativeResize="0"/>
              <p:nvPr/>
            </p:nvPicPr>
            <p:blipFill rotWithShape="1">
              <a:blip r:embed="rId4">
                <a:alphaModFix/>
              </a:blip>
              <a:srcRect b="0" l="5153" r="5847" t="0"/>
              <a:stretch/>
            </p:blipFill>
            <p:spPr>
              <a:xfrm>
                <a:off x="4440600" y="1312788"/>
                <a:ext cx="4433448" cy="1266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6" name="Google Shape;926;p125"/>
              <p:cNvPicPr preferRelativeResize="0"/>
              <p:nvPr/>
            </p:nvPicPr>
            <p:blipFill rotWithShape="1">
              <a:blip r:embed="rId5">
                <a:alphaModFix/>
              </a:blip>
              <a:srcRect b="0" l="6066" r="6764" t="0"/>
              <a:stretch/>
            </p:blipFill>
            <p:spPr>
              <a:xfrm>
                <a:off x="1820025" y="2876625"/>
                <a:ext cx="4799602" cy="1399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927" name="Google Shape;927;p125"/>
            <p:cNvCxnSpPr/>
            <p:nvPr/>
          </p:nvCxnSpPr>
          <p:spPr>
            <a:xfrm flipH="1">
              <a:off x="3992175" y="822350"/>
              <a:ext cx="7500" cy="20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8" name="Google Shape;928;p125"/>
            <p:cNvCxnSpPr/>
            <p:nvPr/>
          </p:nvCxnSpPr>
          <p:spPr>
            <a:xfrm flipH="1">
              <a:off x="2250125" y="822350"/>
              <a:ext cx="1734600" cy="523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9" name="Google Shape;929;p125"/>
            <p:cNvCxnSpPr/>
            <p:nvPr/>
          </p:nvCxnSpPr>
          <p:spPr>
            <a:xfrm>
              <a:off x="3984718" y="814863"/>
              <a:ext cx="2055900" cy="53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930" name="Google Shape;930;p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787959">
            <a:off x="6290589" y="2663109"/>
            <a:ext cx="1254118" cy="1491279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125"/>
          <p:cNvSpPr txBox="1"/>
          <p:nvPr>
            <p:ph idx="2" type="subTitle"/>
          </p:nvPr>
        </p:nvSpPr>
        <p:spPr>
          <a:xfrm>
            <a:off x="6609293" y="37509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values from other rows.</a:t>
            </a:r>
            <a:endParaRPr/>
          </a:p>
        </p:txBody>
      </p:sp>
      <p:pic>
        <p:nvPicPr>
          <p:cNvPr id="932" name="Google Shape;932;p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0490521">
            <a:off x="6330378" y="620186"/>
            <a:ext cx="850243" cy="1011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9943626">
            <a:off x="1572802" y="613699"/>
            <a:ext cx="850244" cy="1011031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125"/>
          <p:cNvSpPr txBox="1"/>
          <p:nvPr>
            <p:ph idx="2" type="subTitle"/>
          </p:nvPr>
        </p:nvSpPr>
        <p:spPr>
          <a:xfrm>
            <a:off x="6947468" y="792690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 ranks to rows</a:t>
            </a:r>
            <a:endParaRPr/>
          </a:p>
        </p:txBody>
      </p:sp>
      <p:sp>
        <p:nvSpPr>
          <p:cNvPr id="935" name="Google Shape;935;p125"/>
          <p:cNvSpPr txBox="1"/>
          <p:nvPr>
            <p:ph idx="2" type="subTitle"/>
          </p:nvPr>
        </p:nvSpPr>
        <p:spPr>
          <a:xfrm>
            <a:off x="197943" y="792690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Aggregates rows without collapsing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26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Subquery?....</a:t>
            </a:r>
            <a:endParaRPr/>
          </a:p>
        </p:txBody>
      </p:sp>
      <p:sp>
        <p:nvSpPr>
          <p:cNvPr id="941" name="Google Shape;941;p126"/>
          <p:cNvSpPr txBox="1"/>
          <p:nvPr>
            <p:ph idx="1" type="subTitle"/>
          </p:nvPr>
        </p:nvSpPr>
        <p:spPr>
          <a:xfrm>
            <a:off x="3936875" y="1372100"/>
            <a:ext cx="4851600" cy="31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A subquery in SQL is a query nested inside another SQL query, simple as a query inside another query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 allows complex filtering, aggregation and data manipulation by using the result of one query inside another. 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Used in SELECT, FROM, WHERE, HAVING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 is a essential tool when we need to perform operations l</a:t>
            </a: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ike, </a:t>
            </a: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Filtering, Aggregating, Updating, Deleting.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42" name="Google Shape;942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50" y="1609150"/>
            <a:ext cx="3964076" cy="26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27"/>
          <p:cNvSpPr txBox="1"/>
          <p:nvPr>
            <p:ph type="title"/>
          </p:nvPr>
        </p:nvSpPr>
        <p:spPr>
          <a:xfrm>
            <a:off x="113550" y="174050"/>
            <a:ext cx="89169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How Subquery works</a:t>
            </a:r>
            <a:endParaRPr sz="3600"/>
          </a:p>
        </p:txBody>
      </p:sp>
      <p:pic>
        <p:nvPicPr>
          <p:cNvPr id="948" name="Google Shape;948;p127"/>
          <p:cNvPicPr preferRelativeResize="0"/>
          <p:nvPr/>
        </p:nvPicPr>
        <p:blipFill rotWithShape="1">
          <a:blip r:embed="rId3">
            <a:alphaModFix/>
          </a:blip>
          <a:srcRect b="0" l="4040" r="3504" t="0"/>
          <a:stretch/>
        </p:blipFill>
        <p:spPr>
          <a:xfrm>
            <a:off x="3696461" y="1144872"/>
            <a:ext cx="5182425" cy="3152849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127"/>
          <p:cNvSpPr txBox="1"/>
          <p:nvPr>
            <p:ph idx="1" type="subTitle"/>
          </p:nvPr>
        </p:nvSpPr>
        <p:spPr>
          <a:xfrm>
            <a:off x="-52092" y="817944"/>
            <a:ext cx="3819900" cy="39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Whenever we execute these subquery, at first the inner query get executed first.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Subqueries are nested inside statements like SELECT, INSERT, UPDATE, DELETE, or any other subquery.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 present in the WHERE clause, FROM clause, or HAVING clause of the PARENT SQL query.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Used with comparison operators and logical operators like &gt;, &lt;, &gt;=, &lt;&gt;, &lt;=, SOME, ANY, ALL, and IN.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28"/>
          <p:cNvSpPr txBox="1"/>
          <p:nvPr>
            <p:ph type="title"/>
          </p:nvPr>
        </p:nvSpPr>
        <p:spPr>
          <a:xfrm>
            <a:off x="2646000" y="2214851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</a:t>
            </a:r>
            <a:r>
              <a:rPr lang="en"/>
              <a:t>Subqueries</a:t>
            </a:r>
            <a:endParaRPr/>
          </a:p>
        </p:txBody>
      </p:sp>
      <p:sp>
        <p:nvSpPr>
          <p:cNvPr id="955" name="Google Shape;955;p128"/>
          <p:cNvSpPr txBox="1"/>
          <p:nvPr>
            <p:ph idx="2" type="title"/>
          </p:nvPr>
        </p:nvSpPr>
        <p:spPr>
          <a:xfrm>
            <a:off x="2437381" y="662475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02</a:t>
            </a:r>
            <a:endParaRPr sz="4281"/>
          </a:p>
        </p:txBody>
      </p:sp>
      <p:sp>
        <p:nvSpPr>
          <p:cNvPr id="956" name="Google Shape;956;p128"/>
          <p:cNvSpPr txBox="1"/>
          <p:nvPr>
            <p:ph idx="1" type="subTitle"/>
          </p:nvPr>
        </p:nvSpPr>
        <p:spPr>
          <a:xfrm>
            <a:off x="2437381" y="1192260"/>
            <a:ext cx="2088000" cy="2481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Single-row subquery</a:t>
            </a:r>
            <a:endParaRPr b="0" sz="1605"/>
          </a:p>
        </p:txBody>
      </p:sp>
      <p:sp>
        <p:nvSpPr>
          <p:cNvPr id="957" name="Google Shape;957;p128"/>
          <p:cNvSpPr txBox="1"/>
          <p:nvPr>
            <p:ph idx="3" type="subTitle"/>
          </p:nvPr>
        </p:nvSpPr>
        <p:spPr>
          <a:xfrm>
            <a:off x="2437381" y="1455700"/>
            <a:ext cx="2088000" cy="4218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8"/>
              <a:t>Returns a single row of values</a:t>
            </a:r>
            <a:endParaRPr sz="1248"/>
          </a:p>
        </p:txBody>
      </p:sp>
      <p:sp>
        <p:nvSpPr>
          <p:cNvPr id="958" name="Google Shape;958;p128"/>
          <p:cNvSpPr txBox="1"/>
          <p:nvPr>
            <p:ph idx="4" type="title"/>
          </p:nvPr>
        </p:nvSpPr>
        <p:spPr>
          <a:xfrm>
            <a:off x="4616923" y="662475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03</a:t>
            </a:r>
            <a:endParaRPr sz="4281"/>
          </a:p>
        </p:txBody>
      </p:sp>
      <p:sp>
        <p:nvSpPr>
          <p:cNvPr id="959" name="Google Shape;959;p128"/>
          <p:cNvSpPr txBox="1"/>
          <p:nvPr>
            <p:ph idx="5" type="subTitle"/>
          </p:nvPr>
        </p:nvSpPr>
        <p:spPr>
          <a:xfrm>
            <a:off x="4616923" y="1185193"/>
            <a:ext cx="2088000" cy="2565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Multiple-row subquery</a:t>
            </a:r>
            <a:endParaRPr b="0" sz="1605"/>
          </a:p>
        </p:txBody>
      </p:sp>
      <p:sp>
        <p:nvSpPr>
          <p:cNvPr id="960" name="Google Shape;960;p128"/>
          <p:cNvSpPr txBox="1"/>
          <p:nvPr>
            <p:ph idx="6" type="subTitle"/>
          </p:nvPr>
        </p:nvSpPr>
        <p:spPr>
          <a:xfrm>
            <a:off x="4615318" y="1455700"/>
            <a:ext cx="2091300" cy="424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1"/>
              <a:buFont typeface="Arial"/>
              <a:buNone/>
            </a:pPr>
            <a:r>
              <a:rPr lang="en" sz="1248"/>
              <a:t>Returns one or more rows</a:t>
            </a:r>
            <a:endParaRPr sz="1248"/>
          </a:p>
        </p:txBody>
      </p:sp>
      <p:sp>
        <p:nvSpPr>
          <p:cNvPr id="961" name="Google Shape;961;p128"/>
          <p:cNvSpPr txBox="1"/>
          <p:nvPr>
            <p:ph idx="2" type="title"/>
          </p:nvPr>
        </p:nvSpPr>
        <p:spPr>
          <a:xfrm>
            <a:off x="251206" y="664875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01</a:t>
            </a:r>
            <a:endParaRPr sz="4281"/>
          </a:p>
        </p:txBody>
      </p:sp>
      <p:sp>
        <p:nvSpPr>
          <p:cNvPr id="962" name="Google Shape;962;p128"/>
          <p:cNvSpPr txBox="1"/>
          <p:nvPr>
            <p:ph idx="1" type="subTitle"/>
          </p:nvPr>
        </p:nvSpPr>
        <p:spPr>
          <a:xfrm>
            <a:off x="251206" y="1194660"/>
            <a:ext cx="2088000" cy="2481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Scalar Subquery</a:t>
            </a:r>
            <a:endParaRPr b="0" sz="1605"/>
          </a:p>
        </p:txBody>
      </p:sp>
      <p:sp>
        <p:nvSpPr>
          <p:cNvPr id="963" name="Google Shape;963;p128"/>
          <p:cNvSpPr txBox="1"/>
          <p:nvPr>
            <p:ph idx="3" type="subTitle"/>
          </p:nvPr>
        </p:nvSpPr>
        <p:spPr>
          <a:xfrm>
            <a:off x="251206" y="1458100"/>
            <a:ext cx="2088000" cy="4218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8"/>
              <a:t>Returns a single value</a:t>
            </a:r>
            <a:endParaRPr sz="1248"/>
          </a:p>
        </p:txBody>
      </p:sp>
      <p:sp>
        <p:nvSpPr>
          <p:cNvPr id="964" name="Google Shape;964;p128"/>
          <p:cNvSpPr txBox="1"/>
          <p:nvPr>
            <p:ph idx="4" type="title"/>
          </p:nvPr>
        </p:nvSpPr>
        <p:spPr>
          <a:xfrm>
            <a:off x="6838398" y="704737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04</a:t>
            </a:r>
            <a:endParaRPr sz="4281"/>
          </a:p>
        </p:txBody>
      </p:sp>
      <p:sp>
        <p:nvSpPr>
          <p:cNvPr id="965" name="Google Shape;965;p128"/>
          <p:cNvSpPr txBox="1"/>
          <p:nvPr>
            <p:ph idx="5" type="subTitle"/>
          </p:nvPr>
        </p:nvSpPr>
        <p:spPr>
          <a:xfrm>
            <a:off x="6838398" y="1227456"/>
            <a:ext cx="2088000" cy="2565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Multiple-Column Subquery</a:t>
            </a:r>
            <a:endParaRPr b="0" sz="1605"/>
          </a:p>
        </p:txBody>
      </p:sp>
      <p:sp>
        <p:nvSpPr>
          <p:cNvPr id="966" name="Google Shape;966;p128"/>
          <p:cNvSpPr txBox="1"/>
          <p:nvPr>
            <p:ph idx="6" type="subTitle"/>
          </p:nvPr>
        </p:nvSpPr>
        <p:spPr>
          <a:xfrm>
            <a:off x="6836793" y="1497963"/>
            <a:ext cx="2091300" cy="424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1"/>
              <a:buFont typeface="Arial"/>
              <a:buNone/>
            </a:pPr>
            <a:r>
              <a:rPr lang="en" sz="1248"/>
              <a:t>Returns one or more columns</a:t>
            </a:r>
            <a:endParaRPr sz="1248"/>
          </a:p>
        </p:txBody>
      </p:sp>
      <p:sp>
        <p:nvSpPr>
          <p:cNvPr id="967" name="Google Shape;967;p128"/>
          <p:cNvSpPr txBox="1"/>
          <p:nvPr>
            <p:ph idx="2" type="title"/>
          </p:nvPr>
        </p:nvSpPr>
        <p:spPr>
          <a:xfrm>
            <a:off x="2437381" y="3357450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06</a:t>
            </a:r>
            <a:endParaRPr sz="4281"/>
          </a:p>
        </p:txBody>
      </p:sp>
      <p:sp>
        <p:nvSpPr>
          <p:cNvPr id="968" name="Google Shape;968;p128"/>
          <p:cNvSpPr txBox="1"/>
          <p:nvPr>
            <p:ph idx="1" type="subTitle"/>
          </p:nvPr>
        </p:nvSpPr>
        <p:spPr>
          <a:xfrm>
            <a:off x="2437381" y="3887235"/>
            <a:ext cx="2088000" cy="2481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Non-Correlated Subquery</a:t>
            </a:r>
            <a:endParaRPr b="0" sz="1605"/>
          </a:p>
        </p:txBody>
      </p:sp>
      <p:sp>
        <p:nvSpPr>
          <p:cNvPr id="969" name="Google Shape;969;p128"/>
          <p:cNvSpPr txBox="1"/>
          <p:nvPr>
            <p:ph idx="3" type="subTitle"/>
          </p:nvPr>
        </p:nvSpPr>
        <p:spPr>
          <a:xfrm>
            <a:off x="2437381" y="4150675"/>
            <a:ext cx="2088000" cy="4218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8"/>
              <a:t>Runs independently of the outer query</a:t>
            </a:r>
            <a:endParaRPr sz="1248"/>
          </a:p>
        </p:txBody>
      </p:sp>
      <p:sp>
        <p:nvSpPr>
          <p:cNvPr id="970" name="Google Shape;970;p128"/>
          <p:cNvSpPr txBox="1"/>
          <p:nvPr>
            <p:ph idx="4" type="title"/>
          </p:nvPr>
        </p:nvSpPr>
        <p:spPr>
          <a:xfrm>
            <a:off x="4616923" y="3357450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07</a:t>
            </a:r>
            <a:endParaRPr sz="4281"/>
          </a:p>
        </p:txBody>
      </p:sp>
      <p:sp>
        <p:nvSpPr>
          <p:cNvPr id="971" name="Google Shape;971;p128"/>
          <p:cNvSpPr txBox="1"/>
          <p:nvPr>
            <p:ph idx="5" type="subTitle"/>
          </p:nvPr>
        </p:nvSpPr>
        <p:spPr>
          <a:xfrm>
            <a:off x="4616923" y="3880168"/>
            <a:ext cx="2088000" cy="2565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Table Subquery (Inline View)</a:t>
            </a:r>
            <a:endParaRPr b="0" sz="1605"/>
          </a:p>
        </p:txBody>
      </p:sp>
      <p:sp>
        <p:nvSpPr>
          <p:cNvPr id="972" name="Google Shape;972;p128"/>
          <p:cNvSpPr txBox="1"/>
          <p:nvPr>
            <p:ph idx="6" type="subTitle"/>
          </p:nvPr>
        </p:nvSpPr>
        <p:spPr>
          <a:xfrm>
            <a:off x="4615318" y="4150675"/>
            <a:ext cx="2091300" cy="424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1"/>
              <a:buFont typeface="Arial"/>
              <a:buNone/>
            </a:pPr>
            <a:r>
              <a:rPr lang="en" sz="1248"/>
              <a:t>Returns a result set that can be treated as a table</a:t>
            </a:r>
            <a:endParaRPr sz="1248"/>
          </a:p>
        </p:txBody>
      </p:sp>
      <p:sp>
        <p:nvSpPr>
          <p:cNvPr id="973" name="Google Shape;973;p128"/>
          <p:cNvSpPr txBox="1"/>
          <p:nvPr>
            <p:ph idx="2" type="title"/>
          </p:nvPr>
        </p:nvSpPr>
        <p:spPr>
          <a:xfrm>
            <a:off x="251206" y="3359850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05</a:t>
            </a:r>
            <a:endParaRPr sz="4281"/>
          </a:p>
        </p:txBody>
      </p:sp>
      <p:sp>
        <p:nvSpPr>
          <p:cNvPr id="974" name="Google Shape;974;p128"/>
          <p:cNvSpPr txBox="1"/>
          <p:nvPr>
            <p:ph idx="1" type="subTitle"/>
          </p:nvPr>
        </p:nvSpPr>
        <p:spPr>
          <a:xfrm>
            <a:off x="251206" y="3889635"/>
            <a:ext cx="2088000" cy="2481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Correlated Subquery</a:t>
            </a:r>
            <a:endParaRPr b="0" sz="1605"/>
          </a:p>
        </p:txBody>
      </p:sp>
      <p:sp>
        <p:nvSpPr>
          <p:cNvPr id="975" name="Google Shape;975;p128"/>
          <p:cNvSpPr txBox="1"/>
          <p:nvPr>
            <p:ph idx="3" type="subTitle"/>
          </p:nvPr>
        </p:nvSpPr>
        <p:spPr>
          <a:xfrm>
            <a:off x="251200" y="4153075"/>
            <a:ext cx="2088000" cy="8127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8"/>
              <a:t>References one or more columns in the outer SQL statement and is related to the outer SQL statement.</a:t>
            </a:r>
            <a:endParaRPr sz="1248"/>
          </a:p>
        </p:txBody>
      </p:sp>
      <p:sp>
        <p:nvSpPr>
          <p:cNvPr id="976" name="Google Shape;976;p128"/>
          <p:cNvSpPr txBox="1"/>
          <p:nvPr>
            <p:ph idx="4" type="title"/>
          </p:nvPr>
        </p:nvSpPr>
        <p:spPr>
          <a:xfrm>
            <a:off x="6838398" y="3399712"/>
            <a:ext cx="2088000" cy="427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81"/>
              <a:t>08</a:t>
            </a:r>
            <a:endParaRPr sz="4281"/>
          </a:p>
        </p:txBody>
      </p:sp>
      <p:sp>
        <p:nvSpPr>
          <p:cNvPr id="977" name="Google Shape;977;p128"/>
          <p:cNvSpPr txBox="1"/>
          <p:nvPr>
            <p:ph idx="5" type="subTitle"/>
          </p:nvPr>
        </p:nvSpPr>
        <p:spPr>
          <a:xfrm>
            <a:off x="6838398" y="3922431"/>
            <a:ext cx="2088000" cy="2565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5"/>
              <a:t>Nested Subquery</a:t>
            </a:r>
            <a:endParaRPr b="0" sz="1605"/>
          </a:p>
        </p:txBody>
      </p:sp>
      <p:sp>
        <p:nvSpPr>
          <p:cNvPr id="978" name="Google Shape;978;p128"/>
          <p:cNvSpPr txBox="1"/>
          <p:nvPr>
            <p:ph idx="6" type="subTitle"/>
          </p:nvPr>
        </p:nvSpPr>
        <p:spPr>
          <a:xfrm>
            <a:off x="6836793" y="4192938"/>
            <a:ext cx="2091300" cy="424200"/>
          </a:xfrm>
          <a:prstGeom prst="rect">
            <a:avLst/>
          </a:prstGeom>
        </p:spPr>
        <p:txBody>
          <a:bodyPr anchorCtr="0" anchor="ctr" bIns="81550" lIns="81550" spcFirstLastPara="1" rIns="81550" wrap="square" tIns="8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1"/>
              <a:buFont typeface="Arial"/>
              <a:buNone/>
            </a:pPr>
            <a:r>
              <a:rPr lang="en" sz="1248"/>
              <a:t>A subquery inside another subquery</a:t>
            </a:r>
            <a:endParaRPr sz="124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29"/>
          <p:cNvSpPr txBox="1"/>
          <p:nvPr>
            <p:ph idx="2" type="title"/>
          </p:nvPr>
        </p:nvSpPr>
        <p:spPr>
          <a:xfrm>
            <a:off x="4460800" y="1669000"/>
            <a:ext cx="4321500" cy="13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30"/>
          <p:cNvSpPr txBox="1"/>
          <p:nvPr>
            <p:ph type="title"/>
          </p:nvPr>
        </p:nvSpPr>
        <p:spPr>
          <a:xfrm>
            <a:off x="261875" y="1875125"/>
            <a:ext cx="2782800" cy="7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89" name="Google Shape;989;p130"/>
          <p:cNvSpPr txBox="1"/>
          <p:nvPr>
            <p:ph idx="4" type="subTitle"/>
          </p:nvPr>
        </p:nvSpPr>
        <p:spPr>
          <a:xfrm>
            <a:off x="109625" y="2403600"/>
            <a:ext cx="3087300" cy="7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Both are powerful SQL constructs for data manipulation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90" name="Google Shape;990;p130"/>
          <p:cNvSpPr txBox="1"/>
          <p:nvPr>
            <p:ph type="title"/>
          </p:nvPr>
        </p:nvSpPr>
        <p:spPr>
          <a:xfrm>
            <a:off x="3119200" y="134225"/>
            <a:ext cx="3158700" cy="70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chemeClr val="lt1"/>
                </a:solidFill>
              </a:rPr>
              <a:t>Window Functions</a:t>
            </a:r>
            <a:endParaRPr b="0" sz="2600">
              <a:solidFill>
                <a:schemeClr val="lt1"/>
              </a:solidFill>
            </a:endParaRPr>
          </a:p>
        </p:txBody>
      </p:sp>
      <p:sp>
        <p:nvSpPr>
          <p:cNvPr id="991" name="Google Shape;991;p130"/>
          <p:cNvSpPr txBox="1"/>
          <p:nvPr>
            <p:ph idx="3" type="subTitle"/>
          </p:nvPr>
        </p:nvSpPr>
        <p:spPr>
          <a:xfrm>
            <a:off x="3196925" y="684925"/>
            <a:ext cx="5941500" cy="16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Used in Performing calculations across a set of related rows without collapsing the result set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 is for tasks like tasks like ranking, running totals, and comparisons within groups while preserving individual row details.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92" name="Google Shape;992;p130"/>
          <p:cNvSpPr txBox="1"/>
          <p:nvPr>
            <p:ph type="title"/>
          </p:nvPr>
        </p:nvSpPr>
        <p:spPr>
          <a:xfrm>
            <a:off x="3495399" y="2403600"/>
            <a:ext cx="1790100" cy="70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chemeClr val="lt1"/>
                </a:solidFill>
              </a:rPr>
              <a:t>Subqueries</a:t>
            </a:r>
            <a:endParaRPr b="0" sz="2600">
              <a:solidFill>
                <a:schemeClr val="lt1"/>
              </a:solidFill>
            </a:endParaRPr>
          </a:p>
        </p:txBody>
      </p:sp>
      <p:sp>
        <p:nvSpPr>
          <p:cNvPr id="993" name="Google Shape;993;p130"/>
          <p:cNvSpPr txBox="1"/>
          <p:nvPr>
            <p:ph idx="3" type="subTitle"/>
          </p:nvPr>
        </p:nvSpPr>
        <p:spPr>
          <a:xfrm>
            <a:off x="3388350" y="3000500"/>
            <a:ext cx="5941500" cy="15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A query nested within other queries.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It is for tasks like </a:t>
            </a:r>
            <a:r>
              <a:rPr lang="en" sz="1400">
                <a:latin typeface="Poppins Light"/>
                <a:ea typeface="Poppins Light"/>
                <a:cs typeface="Poppins Light"/>
                <a:sym typeface="Poppins Light"/>
              </a:rPr>
              <a:t>complex filtering, aggregation and data manipulation by using the result of one query inside another.</a:t>
            </a:r>
            <a:endParaRPr sz="1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31"/>
          <p:cNvSpPr txBox="1"/>
          <p:nvPr>
            <p:ph type="title"/>
          </p:nvPr>
        </p:nvSpPr>
        <p:spPr>
          <a:xfrm>
            <a:off x="4325025" y="2036700"/>
            <a:ext cx="3868500" cy="10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 Marketing by Slidesgo XL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21212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nimal Marketing by Slidesgo XL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21212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