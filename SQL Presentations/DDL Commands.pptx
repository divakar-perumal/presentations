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Poppins"/>
      <p:regular r:id="rId15"/>
      <p:bold r:id="rId16"/>
      <p:italic r:id="rId17"/>
      <p:boldItalic r:id="rId18"/>
    </p:embeddedFont>
    <p:embeddedFont>
      <p:font typeface="Didact Gothic"/>
      <p:regular r:id="rId19"/>
    </p:embeddedFont>
    <p:embeddedFont>
      <p:font typeface="Poppins Light"/>
      <p:regular r:id="rId20"/>
      <p:bold r:id="rId21"/>
      <p:italic r:id="rId22"/>
      <p:boldItalic r:id="rId23"/>
    </p:embeddedFont>
    <p:embeddedFont>
      <p:font typeface="Homemade Apple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38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Light-regular.fntdata"/><Relationship Id="rId11" Type="http://schemas.openxmlformats.org/officeDocument/2006/relationships/slide" Target="slides/slide6.xml"/><Relationship Id="rId22" Type="http://schemas.openxmlformats.org/officeDocument/2006/relationships/font" Target="fonts/PoppinsLight-italic.fntdata"/><Relationship Id="rId10" Type="http://schemas.openxmlformats.org/officeDocument/2006/relationships/slide" Target="slides/slide5.xml"/><Relationship Id="rId21" Type="http://schemas.openxmlformats.org/officeDocument/2006/relationships/font" Target="fonts/PoppinsLight-bold.fntdata"/><Relationship Id="rId13" Type="http://schemas.openxmlformats.org/officeDocument/2006/relationships/slide" Target="slides/slide8.xml"/><Relationship Id="rId24" Type="http://schemas.openxmlformats.org/officeDocument/2006/relationships/font" Target="fonts/HomemadeApple-regular.fntdata"/><Relationship Id="rId12" Type="http://schemas.openxmlformats.org/officeDocument/2006/relationships/slide" Target="slides/slide7.xml"/><Relationship Id="rId23" Type="http://schemas.openxmlformats.org/officeDocument/2006/relationships/font" Target="fonts/PoppinsLigh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regular.fntdata"/><Relationship Id="rId14" Type="http://schemas.openxmlformats.org/officeDocument/2006/relationships/slide" Target="slides/slide9.xml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idactGothic-regular.fntdata"/><Relationship Id="rId6" Type="http://schemas.openxmlformats.org/officeDocument/2006/relationships/slide" Target="slides/slide1.xml"/><Relationship Id="rId18" Type="http://schemas.openxmlformats.org/officeDocument/2006/relationships/font" Target="fonts/Poppi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eb2014fdb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eb2014fdb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eb2014fdb4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eb2014fdb4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eb205fd2b6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eb205fd2b6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eb205fd2b6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1eb205fd2b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eb2014fdb4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1eb2014fdb4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eb205fd2b6_0_6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eb205fd2b6_0_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eb205fd2b6_0_7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eb205fd2b6_0_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eb205fd2b6_0_7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eb205fd2b6_0_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mania.com/questions-powerpoint-google-slides/can-i-use-these-templates/" TargetMode="External"/><Relationship Id="rId3" Type="http://schemas.openxmlformats.org/officeDocument/2006/relationships/hyperlink" Target="https://www.facebook.com/SlidesManiaSM/" TargetMode="External"/><Relationship Id="rId4" Type="http://schemas.openxmlformats.org/officeDocument/2006/relationships/image" Target="../media/image2.png"/><Relationship Id="rId11" Type="http://schemas.openxmlformats.org/officeDocument/2006/relationships/image" Target="../media/image5.png"/><Relationship Id="rId10" Type="http://schemas.openxmlformats.org/officeDocument/2006/relationships/image" Target="../media/image3.png"/><Relationship Id="rId9" Type="http://schemas.openxmlformats.org/officeDocument/2006/relationships/hyperlink" Target="https://www.instagram.com/slidesmania/" TargetMode="External"/><Relationship Id="rId5" Type="http://schemas.openxmlformats.org/officeDocument/2006/relationships/hyperlink" Target="https://twitter.com/SlidesManiaSM/" TargetMode="External"/><Relationship Id="rId6" Type="http://schemas.openxmlformats.org/officeDocument/2006/relationships/image" Target="../media/image1.png"/><Relationship Id="rId7" Type="http://schemas.openxmlformats.org/officeDocument/2006/relationships/hyperlink" Target="https://www.pinterest.com/slidesmania/" TargetMode="External"/><Relationship Id="rId8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1771650" y="1043125"/>
            <a:ext cx="8648700" cy="3927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1771650" y="1880125"/>
            <a:ext cx="8648700" cy="2253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551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69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69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69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69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69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69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69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6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2086950" y="5336075"/>
            <a:ext cx="8018100" cy="478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15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007850" y="901089"/>
            <a:ext cx="10176300" cy="4303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1983450" y="2215675"/>
            <a:ext cx="8225100" cy="1243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52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1983450" y="3414175"/>
            <a:ext cx="8225100" cy="930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indent="-330200" lvl="1" marL="914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indent="-330200" lvl="2" marL="1371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indent="-330200" lvl="3" marL="1828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330200" lvl="5" marL="2743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indent="-330200" lvl="6" marL="3200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indent="-330200" lvl="7" marL="3657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indent="-330200" lvl="8" marL="4114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/>
          <p:nvPr/>
        </p:nvSpPr>
        <p:spPr>
          <a:xfrm>
            <a:off x="1007855" y="5490700"/>
            <a:ext cx="10176300" cy="466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grpSp>
        <p:nvGrpSpPr>
          <p:cNvPr id="21" name="Google Shape;21;p3"/>
          <p:cNvGrpSpPr/>
          <p:nvPr/>
        </p:nvGrpSpPr>
        <p:grpSpPr>
          <a:xfrm>
            <a:off x="10716438" y="5490700"/>
            <a:ext cx="467700" cy="466200"/>
            <a:chOff x="10716438" y="5490700"/>
            <a:chExt cx="467700" cy="466200"/>
          </a:xfrm>
        </p:grpSpPr>
        <p:sp>
          <p:nvSpPr>
            <p:cNvPr id="22" name="Google Shape;22;p3"/>
            <p:cNvSpPr/>
            <p:nvPr/>
          </p:nvSpPr>
          <p:spPr>
            <a:xfrm>
              <a:off x="10716438" y="5490700"/>
              <a:ext cx="467700" cy="466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10867764" y="5591213"/>
              <a:ext cx="165049" cy="277785"/>
            </a:xfrm>
            <a:custGeom>
              <a:rect b="b" l="l" r="r" t="t"/>
              <a:pathLst>
                <a:path extrusionOk="0" h="152003" w="90314">
                  <a:moveTo>
                    <a:pt x="9837" y="1"/>
                  </a:moveTo>
                  <a:cubicBezTo>
                    <a:pt x="7328" y="-28"/>
                    <a:pt x="4818" y="915"/>
                    <a:pt x="2915" y="2794"/>
                  </a:cubicBezTo>
                  <a:cubicBezTo>
                    <a:pt x="-931" y="6550"/>
                    <a:pt x="-971" y="12691"/>
                    <a:pt x="2794" y="16533"/>
                  </a:cubicBezTo>
                  <a:lnTo>
                    <a:pt x="62827" y="77919"/>
                  </a:lnTo>
                  <a:lnTo>
                    <a:pt x="4008" y="135297"/>
                  </a:lnTo>
                  <a:cubicBezTo>
                    <a:pt x="162" y="139050"/>
                    <a:pt x="122" y="145191"/>
                    <a:pt x="3887" y="149032"/>
                  </a:cubicBezTo>
                  <a:cubicBezTo>
                    <a:pt x="7611" y="152874"/>
                    <a:pt x="13764" y="153028"/>
                    <a:pt x="17610" y="149275"/>
                  </a:cubicBezTo>
                  <a:lnTo>
                    <a:pt x="90314" y="78162"/>
                  </a:lnTo>
                  <a:lnTo>
                    <a:pt x="16638" y="2915"/>
                  </a:lnTo>
                  <a:cubicBezTo>
                    <a:pt x="14776" y="996"/>
                    <a:pt x="12307" y="25"/>
                    <a:pt x="98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1373700" y="1949438"/>
            <a:ext cx="9444600" cy="3927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Google Shape;26;p4"/>
          <p:cNvSpPr txBox="1"/>
          <p:nvPr>
            <p:ph type="title"/>
          </p:nvPr>
        </p:nvSpPr>
        <p:spPr>
          <a:xfrm>
            <a:off x="1373700" y="980963"/>
            <a:ext cx="9444600" cy="7635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4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2005575" y="2808513"/>
            <a:ext cx="8180700" cy="263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boxes">
  <p:cSld name="CUSTOM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15625" y="701750"/>
            <a:ext cx="11360700" cy="7635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subTitle"/>
          </p:nvPr>
        </p:nvSpPr>
        <p:spPr>
          <a:xfrm>
            <a:off x="415613" y="1816450"/>
            <a:ext cx="3608400" cy="4572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15633" y="2482431"/>
            <a:ext cx="3608400" cy="12978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3" type="subTitle"/>
          </p:nvPr>
        </p:nvSpPr>
        <p:spPr>
          <a:xfrm>
            <a:off x="4291794" y="1816450"/>
            <a:ext cx="3608400" cy="4572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" name="Google Shape;34;p5"/>
          <p:cNvSpPr txBox="1"/>
          <p:nvPr>
            <p:ph idx="4" type="body"/>
          </p:nvPr>
        </p:nvSpPr>
        <p:spPr>
          <a:xfrm>
            <a:off x="4291820" y="2482431"/>
            <a:ext cx="3608400" cy="12978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5" type="subTitle"/>
          </p:nvPr>
        </p:nvSpPr>
        <p:spPr>
          <a:xfrm>
            <a:off x="8168001" y="1816450"/>
            <a:ext cx="3608400" cy="4572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6" name="Google Shape;36;p5"/>
          <p:cNvSpPr txBox="1"/>
          <p:nvPr>
            <p:ph idx="6" type="body"/>
          </p:nvPr>
        </p:nvSpPr>
        <p:spPr>
          <a:xfrm>
            <a:off x="8168032" y="2482431"/>
            <a:ext cx="3608400" cy="12978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7" type="subTitle"/>
          </p:nvPr>
        </p:nvSpPr>
        <p:spPr>
          <a:xfrm>
            <a:off x="415550" y="4128745"/>
            <a:ext cx="3608400" cy="4572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8" name="Google Shape;38;p5"/>
          <p:cNvSpPr txBox="1"/>
          <p:nvPr>
            <p:ph idx="8" type="body"/>
          </p:nvPr>
        </p:nvSpPr>
        <p:spPr>
          <a:xfrm>
            <a:off x="415546" y="4858456"/>
            <a:ext cx="3608400" cy="12978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9" type="subTitle"/>
          </p:nvPr>
        </p:nvSpPr>
        <p:spPr>
          <a:xfrm>
            <a:off x="4291732" y="4128745"/>
            <a:ext cx="3608400" cy="4572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" name="Google Shape;40;p5"/>
          <p:cNvSpPr txBox="1"/>
          <p:nvPr>
            <p:ph idx="13" type="body"/>
          </p:nvPr>
        </p:nvSpPr>
        <p:spPr>
          <a:xfrm>
            <a:off x="4291733" y="4858456"/>
            <a:ext cx="3608400" cy="12978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4" type="subTitle"/>
          </p:nvPr>
        </p:nvSpPr>
        <p:spPr>
          <a:xfrm>
            <a:off x="8167939" y="4128745"/>
            <a:ext cx="3608400" cy="4572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2" name="Google Shape;42;p5"/>
          <p:cNvSpPr txBox="1"/>
          <p:nvPr>
            <p:ph idx="15" type="body"/>
          </p:nvPr>
        </p:nvSpPr>
        <p:spPr>
          <a:xfrm>
            <a:off x="8167945" y="4858456"/>
            <a:ext cx="3608400" cy="12978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ubtitle and text">
  <p:cSld name="CUSTOM_2"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1771650" y="852300"/>
            <a:ext cx="8648700" cy="5153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1780650" y="1351650"/>
            <a:ext cx="8638800" cy="175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9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1780650" y="3105150"/>
            <a:ext cx="8638800" cy="530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307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1780650" y="3635850"/>
            <a:ext cx="8638800" cy="1297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indent="-330200" lvl="1" marL="914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indent="-330200" lvl="2" marL="1371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indent="-330200" lvl="3" marL="1828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330200" lvl="5" marL="2743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indent="-330200" lvl="6" marL="3200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indent="-330200" lvl="7" marL="3657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indent="-330200" lvl="8" marL="4114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oxes">
  <p:cSld name="CUSTOM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/>
          <p:nvPr/>
        </p:nvSpPr>
        <p:spPr>
          <a:xfrm>
            <a:off x="1023100" y="1493900"/>
            <a:ext cx="10145700" cy="4702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0" name="Google Shape;50;p7"/>
          <p:cNvCxnSpPr/>
          <p:nvPr/>
        </p:nvCxnSpPr>
        <p:spPr>
          <a:xfrm>
            <a:off x="6096000" y="1778825"/>
            <a:ext cx="0" cy="413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1" name="Google Shape;51;p7"/>
          <p:cNvGrpSpPr/>
          <p:nvPr/>
        </p:nvGrpSpPr>
        <p:grpSpPr>
          <a:xfrm>
            <a:off x="2682800" y="3846725"/>
            <a:ext cx="6826400" cy="0"/>
            <a:chOff x="2682800" y="3634850"/>
            <a:chExt cx="6826400" cy="0"/>
          </a:xfrm>
        </p:grpSpPr>
        <p:cxnSp>
          <p:nvCxnSpPr>
            <p:cNvPr id="52" name="Google Shape;52;p7"/>
            <p:cNvCxnSpPr/>
            <p:nvPr/>
          </p:nvCxnSpPr>
          <p:spPr>
            <a:xfrm rot="10800000">
              <a:off x="2682800" y="3634850"/>
              <a:ext cx="3078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" name="Google Shape;53;p7"/>
            <p:cNvCxnSpPr/>
            <p:nvPr/>
          </p:nvCxnSpPr>
          <p:spPr>
            <a:xfrm rot="10800000">
              <a:off x="6430900" y="3634850"/>
              <a:ext cx="3078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4" name="Google Shape;54;p7"/>
          <p:cNvSpPr txBox="1"/>
          <p:nvPr>
            <p:ph type="title"/>
          </p:nvPr>
        </p:nvSpPr>
        <p:spPr>
          <a:xfrm>
            <a:off x="1023175" y="477500"/>
            <a:ext cx="10145700" cy="7590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4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1970418" y="1861450"/>
            <a:ext cx="3438900" cy="49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6" name="Google Shape;56;p7"/>
          <p:cNvSpPr txBox="1"/>
          <p:nvPr>
            <p:ph idx="2" type="body"/>
          </p:nvPr>
        </p:nvSpPr>
        <p:spPr>
          <a:xfrm>
            <a:off x="1970453" y="2357957"/>
            <a:ext cx="3438900" cy="1198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3" type="subTitle"/>
          </p:nvPr>
        </p:nvSpPr>
        <p:spPr>
          <a:xfrm>
            <a:off x="6782592" y="1861450"/>
            <a:ext cx="3438900" cy="49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8" name="Google Shape;58;p7"/>
          <p:cNvSpPr txBox="1"/>
          <p:nvPr>
            <p:ph idx="4" type="body"/>
          </p:nvPr>
        </p:nvSpPr>
        <p:spPr>
          <a:xfrm>
            <a:off x="6782634" y="2357957"/>
            <a:ext cx="3438900" cy="1198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5" type="subTitle"/>
          </p:nvPr>
        </p:nvSpPr>
        <p:spPr>
          <a:xfrm>
            <a:off x="1970350" y="4137294"/>
            <a:ext cx="3438900" cy="49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0" name="Google Shape;60;p7"/>
          <p:cNvSpPr txBox="1"/>
          <p:nvPr>
            <p:ph idx="6" type="body"/>
          </p:nvPr>
        </p:nvSpPr>
        <p:spPr>
          <a:xfrm>
            <a:off x="1970393" y="4633801"/>
            <a:ext cx="3438900" cy="1198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7" type="body"/>
          </p:nvPr>
        </p:nvSpPr>
        <p:spPr>
          <a:xfrm>
            <a:off x="6782575" y="4633801"/>
            <a:ext cx="3438900" cy="1198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8" type="subTitle"/>
          </p:nvPr>
        </p:nvSpPr>
        <p:spPr>
          <a:xfrm>
            <a:off x="6782542" y="4137294"/>
            <a:ext cx="3438900" cy="49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1023107" y="2391150"/>
            <a:ext cx="10145700" cy="3519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5" name="Google Shape;65;p8"/>
          <p:cNvCxnSpPr/>
          <p:nvPr/>
        </p:nvCxnSpPr>
        <p:spPr>
          <a:xfrm>
            <a:off x="6095957" y="2619750"/>
            <a:ext cx="0" cy="3083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" name="Google Shape;66;p8"/>
          <p:cNvSpPr txBox="1"/>
          <p:nvPr>
            <p:ph type="title"/>
          </p:nvPr>
        </p:nvSpPr>
        <p:spPr>
          <a:xfrm>
            <a:off x="1023163" y="854263"/>
            <a:ext cx="10145700" cy="7635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" type="body"/>
          </p:nvPr>
        </p:nvSpPr>
        <p:spPr>
          <a:xfrm>
            <a:off x="1238077" y="2832975"/>
            <a:ext cx="4590300" cy="2781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8" name="Google Shape;68;p8"/>
          <p:cNvSpPr txBox="1"/>
          <p:nvPr>
            <p:ph idx="2" type="body"/>
          </p:nvPr>
        </p:nvSpPr>
        <p:spPr>
          <a:xfrm>
            <a:off x="6375442" y="2832975"/>
            <a:ext cx="4590300" cy="2781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9" name="Google Shape;69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TITLE_AND_TWO_COLUMNS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/>
          <p:nvPr/>
        </p:nvSpPr>
        <p:spPr>
          <a:xfrm>
            <a:off x="1023100" y="1790825"/>
            <a:ext cx="10145700" cy="44058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72" name="Google Shape;72;p9"/>
          <p:cNvCxnSpPr/>
          <p:nvPr/>
        </p:nvCxnSpPr>
        <p:spPr>
          <a:xfrm>
            <a:off x="4386525" y="2014360"/>
            <a:ext cx="0" cy="3860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" name="Google Shape;73;p9"/>
          <p:cNvCxnSpPr/>
          <p:nvPr/>
        </p:nvCxnSpPr>
        <p:spPr>
          <a:xfrm>
            <a:off x="7784600" y="2014360"/>
            <a:ext cx="0" cy="3860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" name="Google Shape;74;p9"/>
          <p:cNvSpPr txBox="1"/>
          <p:nvPr>
            <p:ph type="title"/>
          </p:nvPr>
        </p:nvSpPr>
        <p:spPr>
          <a:xfrm>
            <a:off x="1023100" y="633475"/>
            <a:ext cx="10145700" cy="7635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4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" type="body"/>
          </p:nvPr>
        </p:nvSpPr>
        <p:spPr>
          <a:xfrm>
            <a:off x="1200650" y="3297102"/>
            <a:ext cx="2981400" cy="244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rtl="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30200" lvl="1" marL="9144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76" name="Google Shape;76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9"/>
          <p:cNvSpPr txBox="1"/>
          <p:nvPr>
            <p:ph idx="2" type="subTitle"/>
          </p:nvPr>
        </p:nvSpPr>
        <p:spPr>
          <a:xfrm>
            <a:off x="1200650" y="2152875"/>
            <a:ext cx="2981400" cy="959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8" name="Google Shape;78;p9"/>
          <p:cNvSpPr txBox="1"/>
          <p:nvPr>
            <p:ph idx="3" type="body"/>
          </p:nvPr>
        </p:nvSpPr>
        <p:spPr>
          <a:xfrm>
            <a:off x="4599175" y="3297115"/>
            <a:ext cx="2981400" cy="244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rtl="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30200" lvl="1" marL="9144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79" name="Google Shape;79;p9"/>
          <p:cNvSpPr txBox="1"/>
          <p:nvPr>
            <p:ph idx="4" type="subTitle"/>
          </p:nvPr>
        </p:nvSpPr>
        <p:spPr>
          <a:xfrm>
            <a:off x="4599175" y="2152883"/>
            <a:ext cx="2981400" cy="959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0" name="Google Shape;80;p9"/>
          <p:cNvSpPr txBox="1"/>
          <p:nvPr>
            <p:ph idx="5" type="body"/>
          </p:nvPr>
        </p:nvSpPr>
        <p:spPr>
          <a:xfrm>
            <a:off x="7997699" y="3297102"/>
            <a:ext cx="2981400" cy="244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rtl="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30200" lvl="1" marL="9144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81" name="Google Shape;81;p9"/>
          <p:cNvSpPr txBox="1"/>
          <p:nvPr>
            <p:ph idx="6" type="subTitle"/>
          </p:nvPr>
        </p:nvSpPr>
        <p:spPr>
          <a:xfrm>
            <a:off x="7997699" y="2152875"/>
            <a:ext cx="2981400" cy="959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TITLE_AND_TWO_COLUMNS_1_2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type="title"/>
          </p:nvPr>
        </p:nvSpPr>
        <p:spPr>
          <a:xfrm>
            <a:off x="850650" y="477013"/>
            <a:ext cx="1049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84" name="Google Shape;84;p10"/>
          <p:cNvSpPr txBox="1"/>
          <p:nvPr>
            <p:ph idx="1" type="body"/>
          </p:nvPr>
        </p:nvSpPr>
        <p:spPr>
          <a:xfrm>
            <a:off x="850650" y="2475885"/>
            <a:ext cx="5085300" cy="390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85" name="Google Shape;85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0"/>
          <p:cNvSpPr txBox="1"/>
          <p:nvPr>
            <p:ph idx="2" type="subTitle"/>
          </p:nvPr>
        </p:nvSpPr>
        <p:spPr>
          <a:xfrm>
            <a:off x="850650" y="1599588"/>
            <a:ext cx="5085300" cy="876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3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7" name="Google Shape;87;p10"/>
          <p:cNvSpPr txBox="1"/>
          <p:nvPr>
            <p:ph idx="3" type="body"/>
          </p:nvPr>
        </p:nvSpPr>
        <p:spPr>
          <a:xfrm>
            <a:off x="6256000" y="2475869"/>
            <a:ext cx="5085300" cy="1390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rtl="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88" name="Google Shape;88;p10"/>
          <p:cNvSpPr txBox="1"/>
          <p:nvPr>
            <p:ph idx="4" type="subTitle"/>
          </p:nvPr>
        </p:nvSpPr>
        <p:spPr>
          <a:xfrm>
            <a:off x="6256000" y="1599588"/>
            <a:ext cx="5085300" cy="876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3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9" name="Google Shape;89;p10"/>
          <p:cNvSpPr txBox="1"/>
          <p:nvPr>
            <p:ph idx="5" type="body"/>
          </p:nvPr>
        </p:nvSpPr>
        <p:spPr>
          <a:xfrm>
            <a:off x="6256000" y="4990462"/>
            <a:ext cx="5085300" cy="1390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rtl="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90" name="Google Shape;90;p10"/>
          <p:cNvSpPr txBox="1"/>
          <p:nvPr>
            <p:ph idx="6" type="subTitle"/>
          </p:nvPr>
        </p:nvSpPr>
        <p:spPr>
          <a:xfrm>
            <a:off x="6256000" y="4114181"/>
            <a:ext cx="5085300" cy="876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3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rtificate">
  <p:cSld name="TITLE_AND_TWO_COLUMNS_1_2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/>
          <p:nvPr>
            <p:ph type="title"/>
          </p:nvPr>
        </p:nvSpPr>
        <p:spPr>
          <a:xfrm>
            <a:off x="850650" y="515200"/>
            <a:ext cx="1049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>
            <a:off x="963188" y="5427788"/>
            <a:ext cx="3699000" cy="457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9pPr>
          </a:lstStyle>
          <a:p/>
        </p:txBody>
      </p:sp>
      <p:cxnSp>
        <p:nvCxnSpPr>
          <p:cNvPr id="95" name="Google Shape;95;p11"/>
          <p:cNvCxnSpPr/>
          <p:nvPr/>
        </p:nvCxnSpPr>
        <p:spPr>
          <a:xfrm>
            <a:off x="1783800" y="3300300"/>
            <a:ext cx="862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11"/>
          <p:cNvCxnSpPr/>
          <p:nvPr/>
        </p:nvCxnSpPr>
        <p:spPr>
          <a:xfrm>
            <a:off x="1319438" y="5885275"/>
            <a:ext cx="298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" name="Google Shape;97;p11"/>
          <p:cNvSpPr txBox="1"/>
          <p:nvPr>
            <p:ph idx="2" type="subTitle"/>
          </p:nvPr>
        </p:nvSpPr>
        <p:spPr>
          <a:xfrm>
            <a:off x="963188" y="5885288"/>
            <a:ext cx="3699000" cy="457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9pPr>
          </a:lstStyle>
          <a:p/>
        </p:txBody>
      </p:sp>
      <p:sp>
        <p:nvSpPr>
          <p:cNvPr id="98" name="Google Shape;98;p11"/>
          <p:cNvSpPr txBox="1"/>
          <p:nvPr>
            <p:ph idx="3" type="subTitle"/>
          </p:nvPr>
        </p:nvSpPr>
        <p:spPr>
          <a:xfrm>
            <a:off x="7529813" y="5427788"/>
            <a:ext cx="3699000" cy="457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9pPr>
          </a:lstStyle>
          <a:p/>
        </p:txBody>
      </p:sp>
      <p:cxnSp>
        <p:nvCxnSpPr>
          <p:cNvPr id="99" name="Google Shape;99;p11"/>
          <p:cNvCxnSpPr/>
          <p:nvPr/>
        </p:nvCxnSpPr>
        <p:spPr>
          <a:xfrm>
            <a:off x="7886063" y="5885275"/>
            <a:ext cx="298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" name="Google Shape;100;p11"/>
          <p:cNvSpPr txBox="1"/>
          <p:nvPr>
            <p:ph idx="4" type="subTitle"/>
          </p:nvPr>
        </p:nvSpPr>
        <p:spPr>
          <a:xfrm>
            <a:off x="7529813" y="5885288"/>
            <a:ext cx="3699000" cy="457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9pPr>
          </a:lstStyle>
          <a:p/>
        </p:txBody>
      </p:sp>
      <p:sp>
        <p:nvSpPr>
          <p:cNvPr id="101" name="Google Shape;101;p11"/>
          <p:cNvSpPr txBox="1"/>
          <p:nvPr>
            <p:ph idx="5" type="subTitle"/>
          </p:nvPr>
        </p:nvSpPr>
        <p:spPr>
          <a:xfrm>
            <a:off x="3124958" y="4658763"/>
            <a:ext cx="5942100" cy="457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300"/>
            </a:lvl9pPr>
          </a:lstStyle>
          <a:p/>
        </p:txBody>
      </p:sp>
      <p:sp>
        <p:nvSpPr>
          <p:cNvPr id="102" name="Google Shape;102;p11"/>
          <p:cNvSpPr txBox="1"/>
          <p:nvPr>
            <p:ph idx="6" type="title"/>
          </p:nvPr>
        </p:nvSpPr>
        <p:spPr>
          <a:xfrm>
            <a:off x="2252850" y="3972088"/>
            <a:ext cx="7686300" cy="68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3" name="Google Shape;103;p11"/>
          <p:cNvSpPr txBox="1"/>
          <p:nvPr>
            <p:ph idx="7" type="subTitle"/>
          </p:nvPr>
        </p:nvSpPr>
        <p:spPr>
          <a:xfrm>
            <a:off x="3124958" y="3514588"/>
            <a:ext cx="5942100" cy="457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04" name="Google Shape;104;p11"/>
          <p:cNvSpPr txBox="1"/>
          <p:nvPr>
            <p:ph idx="8" type="subTitle"/>
          </p:nvPr>
        </p:nvSpPr>
        <p:spPr>
          <a:xfrm>
            <a:off x="1783800" y="2538013"/>
            <a:ext cx="86244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TITLE_AND_TWO_COLUMNS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"/>
          <p:cNvSpPr txBox="1"/>
          <p:nvPr>
            <p:ph type="title"/>
          </p:nvPr>
        </p:nvSpPr>
        <p:spPr>
          <a:xfrm>
            <a:off x="429300" y="537475"/>
            <a:ext cx="11333400" cy="7635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4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" type="body"/>
          </p:nvPr>
        </p:nvSpPr>
        <p:spPr>
          <a:xfrm>
            <a:off x="888750" y="4353503"/>
            <a:ext cx="2243700" cy="88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08" name="Google Shape;108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12"/>
          <p:cNvSpPr txBox="1"/>
          <p:nvPr>
            <p:ph idx="2" type="subTitle"/>
          </p:nvPr>
        </p:nvSpPr>
        <p:spPr>
          <a:xfrm>
            <a:off x="888750" y="2393550"/>
            <a:ext cx="2113500" cy="615300"/>
          </a:xfrm>
          <a:prstGeom prst="rect">
            <a:avLst/>
          </a:prstGeom>
          <a:noFill/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35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0" name="Google Shape;110;p12"/>
          <p:cNvSpPr txBox="1"/>
          <p:nvPr>
            <p:ph idx="3" type="body"/>
          </p:nvPr>
        </p:nvSpPr>
        <p:spPr>
          <a:xfrm>
            <a:off x="3138261" y="4353501"/>
            <a:ext cx="2243700" cy="88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11" name="Google Shape;111;p12"/>
          <p:cNvSpPr txBox="1"/>
          <p:nvPr>
            <p:ph idx="4" type="subTitle"/>
          </p:nvPr>
        </p:nvSpPr>
        <p:spPr>
          <a:xfrm>
            <a:off x="3154538" y="2393550"/>
            <a:ext cx="2113500" cy="615300"/>
          </a:xfrm>
          <a:prstGeom prst="rect">
            <a:avLst/>
          </a:prstGeom>
          <a:noFill/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35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2" name="Google Shape;112;p12"/>
          <p:cNvSpPr txBox="1"/>
          <p:nvPr>
            <p:ph idx="5" type="body"/>
          </p:nvPr>
        </p:nvSpPr>
        <p:spPr>
          <a:xfrm>
            <a:off x="7637247" y="4353517"/>
            <a:ext cx="2243700" cy="88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13" name="Google Shape;113;p12"/>
          <p:cNvSpPr txBox="1"/>
          <p:nvPr>
            <p:ph idx="6" type="subTitle"/>
          </p:nvPr>
        </p:nvSpPr>
        <p:spPr>
          <a:xfrm>
            <a:off x="7669801" y="2393550"/>
            <a:ext cx="2113500" cy="615300"/>
          </a:xfrm>
          <a:prstGeom prst="rect">
            <a:avLst/>
          </a:prstGeom>
          <a:noFill/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35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4" name="Google Shape;114;p12"/>
          <p:cNvSpPr txBox="1"/>
          <p:nvPr>
            <p:ph idx="7" type="subTitle"/>
          </p:nvPr>
        </p:nvSpPr>
        <p:spPr>
          <a:xfrm>
            <a:off x="888750" y="3899013"/>
            <a:ext cx="2243700" cy="530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5" name="Google Shape;115;p12"/>
          <p:cNvSpPr txBox="1"/>
          <p:nvPr>
            <p:ph idx="8" type="subTitle"/>
          </p:nvPr>
        </p:nvSpPr>
        <p:spPr>
          <a:xfrm>
            <a:off x="3138261" y="3899000"/>
            <a:ext cx="2243700" cy="530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6" name="Google Shape;116;p12"/>
          <p:cNvSpPr txBox="1"/>
          <p:nvPr>
            <p:ph idx="9" type="subTitle"/>
          </p:nvPr>
        </p:nvSpPr>
        <p:spPr>
          <a:xfrm>
            <a:off x="7637246" y="3899013"/>
            <a:ext cx="2243700" cy="530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7" name="Google Shape;117;p12"/>
          <p:cNvSpPr txBox="1"/>
          <p:nvPr>
            <p:ph idx="13" type="body"/>
          </p:nvPr>
        </p:nvSpPr>
        <p:spPr>
          <a:xfrm>
            <a:off x="5404025" y="4353503"/>
            <a:ext cx="2243700" cy="885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18" name="Google Shape;118;p12"/>
          <p:cNvSpPr txBox="1"/>
          <p:nvPr>
            <p:ph idx="14" type="subTitle"/>
          </p:nvPr>
        </p:nvSpPr>
        <p:spPr>
          <a:xfrm>
            <a:off x="5404025" y="2393550"/>
            <a:ext cx="2113500" cy="615300"/>
          </a:xfrm>
          <a:prstGeom prst="rect">
            <a:avLst/>
          </a:prstGeom>
          <a:noFill/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35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9" name="Google Shape;119;p12"/>
          <p:cNvSpPr txBox="1"/>
          <p:nvPr>
            <p:ph idx="15" type="subTitle"/>
          </p:nvPr>
        </p:nvSpPr>
        <p:spPr>
          <a:xfrm>
            <a:off x="5404025" y="3899013"/>
            <a:ext cx="2243700" cy="530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/>
          <p:nvPr>
            <p:ph type="title"/>
          </p:nvPr>
        </p:nvSpPr>
        <p:spPr>
          <a:xfrm>
            <a:off x="415650" y="389867"/>
            <a:ext cx="11360700" cy="7635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4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22" name="Google Shape;122;p1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/>
          <p:nvPr/>
        </p:nvSpPr>
        <p:spPr>
          <a:xfrm>
            <a:off x="655400" y="2292075"/>
            <a:ext cx="6467100" cy="3225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5" name="Google Shape;125;p14"/>
          <p:cNvSpPr txBox="1"/>
          <p:nvPr>
            <p:ph type="title"/>
          </p:nvPr>
        </p:nvSpPr>
        <p:spPr>
          <a:xfrm>
            <a:off x="655399" y="1340525"/>
            <a:ext cx="6467100" cy="7590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26" name="Google Shape;126;p14"/>
          <p:cNvSpPr txBox="1"/>
          <p:nvPr>
            <p:ph idx="1" type="body"/>
          </p:nvPr>
        </p:nvSpPr>
        <p:spPr>
          <a:xfrm>
            <a:off x="1016600" y="2576975"/>
            <a:ext cx="5744700" cy="2612400"/>
          </a:xfrm>
          <a:prstGeom prst="rect">
            <a:avLst/>
          </a:prstGeom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27" name="Google Shape;127;p1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14"/>
          <p:cNvSpPr/>
          <p:nvPr>
            <p:ph idx="2" type="pic"/>
          </p:nvPr>
        </p:nvSpPr>
        <p:spPr>
          <a:xfrm>
            <a:off x="7359625" y="1340525"/>
            <a:ext cx="4176900" cy="417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and image left">
  <p:cSld name="ONE_COLUMN_TEXT_1">
    <p:bg>
      <p:bgPr>
        <a:solidFill>
          <a:schemeClr val="dk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 txBox="1"/>
          <p:nvPr>
            <p:ph type="title"/>
          </p:nvPr>
        </p:nvSpPr>
        <p:spPr>
          <a:xfrm>
            <a:off x="7393350" y="509800"/>
            <a:ext cx="4200000" cy="4679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6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15"/>
          <p:cNvSpPr txBox="1"/>
          <p:nvPr>
            <p:ph idx="1" type="body"/>
          </p:nvPr>
        </p:nvSpPr>
        <p:spPr>
          <a:xfrm>
            <a:off x="598650" y="5491100"/>
            <a:ext cx="10994700" cy="8571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indent="-41275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Char char="○"/>
              <a:defRPr sz="2900">
                <a:solidFill>
                  <a:schemeClr val="lt1"/>
                </a:solidFill>
              </a:defRPr>
            </a:lvl2pPr>
            <a:lvl3pPr indent="-41275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Char char="■"/>
              <a:defRPr sz="2900">
                <a:solidFill>
                  <a:schemeClr val="lt1"/>
                </a:solidFill>
              </a:defRPr>
            </a:lvl3pPr>
            <a:lvl4pPr indent="-41275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Char char="●"/>
              <a:defRPr sz="2900">
                <a:solidFill>
                  <a:schemeClr val="lt1"/>
                </a:solidFill>
              </a:defRPr>
            </a:lvl4pPr>
            <a:lvl5pPr indent="-41275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Char char="○"/>
              <a:defRPr sz="2900">
                <a:solidFill>
                  <a:schemeClr val="lt1"/>
                </a:solidFill>
              </a:defRPr>
            </a:lvl5pPr>
            <a:lvl6pPr indent="-41275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Char char="■"/>
              <a:defRPr sz="2900">
                <a:solidFill>
                  <a:schemeClr val="lt1"/>
                </a:solidFill>
              </a:defRPr>
            </a:lvl6pPr>
            <a:lvl7pPr indent="-41275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Char char="●"/>
              <a:defRPr sz="2900">
                <a:solidFill>
                  <a:schemeClr val="lt1"/>
                </a:solidFill>
              </a:defRPr>
            </a:lvl7pPr>
            <a:lvl8pPr indent="-41275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Char char="○"/>
              <a:defRPr sz="2900">
                <a:solidFill>
                  <a:schemeClr val="lt1"/>
                </a:solidFill>
              </a:defRPr>
            </a:lvl8pPr>
            <a:lvl9pPr indent="-41275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Char char="■"/>
              <a:defRPr sz="2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15"/>
          <p:cNvSpPr/>
          <p:nvPr>
            <p:ph idx="2" type="pic"/>
          </p:nvPr>
        </p:nvSpPr>
        <p:spPr>
          <a:xfrm>
            <a:off x="598650" y="509800"/>
            <a:ext cx="6469500" cy="4679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and image right">
  <p:cSld name="ONE_COLUMN_TEXT_1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/>
          <p:nvPr/>
        </p:nvSpPr>
        <p:spPr>
          <a:xfrm>
            <a:off x="560825" y="534375"/>
            <a:ext cx="5432400" cy="585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6" name="Google Shape;136;p16"/>
          <p:cNvSpPr/>
          <p:nvPr>
            <p:ph idx="2" type="pic"/>
          </p:nvPr>
        </p:nvSpPr>
        <p:spPr>
          <a:xfrm>
            <a:off x="6342475" y="0"/>
            <a:ext cx="5508600" cy="685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6"/>
          <p:cNvSpPr txBox="1"/>
          <p:nvPr>
            <p:ph type="title"/>
          </p:nvPr>
        </p:nvSpPr>
        <p:spPr>
          <a:xfrm>
            <a:off x="768450" y="884175"/>
            <a:ext cx="5021100" cy="2799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78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38" name="Google Shape;138;p16"/>
          <p:cNvSpPr txBox="1"/>
          <p:nvPr>
            <p:ph idx="1" type="body"/>
          </p:nvPr>
        </p:nvSpPr>
        <p:spPr>
          <a:xfrm>
            <a:off x="768450" y="3683375"/>
            <a:ext cx="5021100" cy="251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MAIN_POINT"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>
            <p:ph type="title"/>
          </p:nvPr>
        </p:nvSpPr>
        <p:spPr>
          <a:xfrm>
            <a:off x="992850" y="1841050"/>
            <a:ext cx="10206300" cy="3639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17"/>
          <p:cNvSpPr txBox="1"/>
          <p:nvPr>
            <p:ph idx="1" type="subTitle"/>
          </p:nvPr>
        </p:nvSpPr>
        <p:spPr>
          <a:xfrm>
            <a:off x="545700" y="5927813"/>
            <a:ext cx="11100600" cy="54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1800"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" name="Google Shape;144;p17"/>
          <p:cNvSpPr/>
          <p:nvPr/>
        </p:nvSpPr>
        <p:spPr>
          <a:xfrm>
            <a:off x="545700" y="1553488"/>
            <a:ext cx="11100600" cy="430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/>
          <p:nvPr/>
        </p:nvSpPr>
        <p:spPr>
          <a:xfrm>
            <a:off x="437850" y="384825"/>
            <a:ext cx="11316300" cy="5628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1034675" y="396825"/>
            <a:ext cx="8490300" cy="5581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400"/>
              <a:buNone/>
              <a:defRPr sz="12000"/>
            </a:lvl1pPr>
            <a:lvl2pPr lvl="1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48" name="Google Shape;148;p1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image with Caption">
  <p:cSld name="CAPTION_ONLY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/>
          <p:nvPr>
            <p:ph idx="2" type="pic"/>
          </p:nvPr>
        </p:nvSpPr>
        <p:spPr>
          <a:xfrm>
            <a:off x="1875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19"/>
          <p:cNvSpPr txBox="1"/>
          <p:nvPr>
            <p:ph idx="1" type="body"/>
          </p:nvPr>
        </p:nvSpPr>
        <p:spPr>
          <a:xfrm>
            <a:off x="731050" y="5691642"/>
            <a:ext cx="7998300" cy="806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4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/>
        </p:txBody>
      </p:sp>
      <p:sp>
        <p:nvSpPr>
          <p:cNvPr id="152" name="Google Shape;152;p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/>
          <p:nvPr/>
        </p:nvSpPr>
        <p:spPr>
          <a:xfrm>
            <a:off x="545700" y="1276938"/>
            <a:ext cx="11100600" cy="430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5" name="Google Shape;155;p20"/>
          <p:cNvSpPr txBox="1"/>
          <p:nvPr>
            <p:ph hasCustomPrompt="1" type="title"/>
          </p:nvPr>
        </p:nvSpPr>
        <p:spPr>
          <a:xfrm>
            <a:off x="549450" y="1271875"/>
            <a:ext cx="11080800" cy="34800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6" name="Google Shape;156;p20"/>
          <p:cNvSpPr txBox="1"/>
          <p:nvPr>
            <p:ph idx="1" type="body"/>
          </p:nvPr>
        </p:nvSpPr>
        <p:spPr>
          <a:xfrm>
            <a:off x="549450" y="4975600"/>
            <a:ext cx="11080800" cy="610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7" name="Google Shape;157;p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 SlidesMania - Do not remove">
  <p:cSld name="BLANK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62" name="Google Shape;162;p2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3" name="Google Shape;163;p2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2"/>
            <p:cNvSpPr txBox="1"/>
            <p:nvPr/>
          </p:nvSpPr>
          <p:spPr>
            <a:xfrm>
              <a:off x="463500" y="2858044"/>
              <a:ext cx="8956500" cy="383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Free </a:t>
              </a:r>
              <a:r>
                <a:rPr lang="en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themes and templates for </a:t>
              </a:r>
              <a:r>
                <a:rPr b="1" lang="en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Google Slides</a:t>
              </a:r>
              <a:r>
                <a:rPr lang="en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 or </a:t>
              </a:r>
              <a:r>
                <a:rPr b="1" lang="en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PowerPoint</a:t>
              </a:r>
              <a:endParaRPr b="1" sz="36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36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36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000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NOT to be sold as is or modified!</a:t>
              </a:r>
              <a:endParaRPr b="1" sz="3000">
                <a:solidFill>
                  <a:srgbClr val="FFCB2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Read </a:t>
              </a:r>
              <a:r>
                <a:rPr lang="en" sz="2700" u="sng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  <a:hlinkClick r:id="rId2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FAQ</a:t>
              </a:r>
              <a:r>
                <a:rPr b="1" lang="en" sz="4400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on slidesmania.com</a:t>
              </a:r>
              <a:endParaRPr sz="27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Do not remove the slidesmania.com text on the sides.</a:t>
              </a:r>
              <a:endParaRPr sz="20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165" name="Google Shape;165;p22"/>
            <p:cNvCxnSpPr/>
            <p:nvPr/>
          </p:nvCxnSpPr>
          <p:spPr>
            <a:xfrm>
              <a:off x="10423367" y="5688858"/>
              <a:ext cx="1495200" cy="12900"/>
            </a:xfrm>
            <a:prstGeom prst="straightConnector1">
              <a:avLst/>
            </a:prstGeom>
            <a:noFill/>
            <a:ln cap="flat" cmpd="sng" w="38100">
              <a:solidFill>
                <a:srgbClr val="FFCB2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166" name="Google Shape;166;p22">
              <a:hlinkClick r:id="rId3"/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82558" y="5912306"/>
              <a:ext cx="713232" cy="63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22">
              <a:hlinkClick r:id="rId5"/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64428" y="5916798"/>
              <a:ext cx="708660" cy="6288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22">
              <a:hlinkClick r:id="rId7"/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541715" y="5905569"/>
              <a:ext cx="612648" cy="6243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22">
              <a:hlinkClick r:id="rId9"/>
            </p:cNvPr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1219049" y="5916799"/>
              <a:ext cx="699516" cy="6019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" name="Google Shape;170;p22"/>
            <p:cNvSpPr txBox="1"/>
            <p:nvPr/>
          </p:nvSpPr>
          <p:spPr>
            <a:xfrm>
              <a:off x="7072500" y="4813375"/>
              <a:ext cx="4915500" cy="100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252525"/>
                  </a:solidFill>
                  <a:latin typeface="Homemade Apple"/>
                  <a:ea typeface="Homemade Apple"/>
                  <a:cs typeface="Homemade Apple"/>
                  <a:sym typeface="Homemade Apple"/>
                </a:rPr>
                <a:t>Sharing is caring!</a:t>
              </a:r>
              <a:endParaRPr b="1" sz="2400">
                <a:solidFill>
                  <a:srgbClr val="252525"/>
                </a:solidFill>
                <a:latin typeface="Homemade Apple"/>
                <a:ea typeface="Homemade Apple"/>
                <a:cs typeface="Homemade Apple"/>
                <a:sym typeface="Homemade Apple"/>
              </a:endParaRPr>
            </a:p>
          </p:txBody>
        </p:sp>
      </p:grpSp>
      <p:pic>
        <p:nvPicPr>
          <p:cNvPr id="171" name="Google Shape;171;p22"/>
          <p:cNvPicPr preferRelativeResize="0"/>
          <p:nvPr/>
        </p:nvPicPr>
        <p:blipFill rotWithShape="1">
          <a:blip r:embed="rId11">
            <a:alphaModFix/>
          </a:blip>
          <a:srcRect b="20906" l="0" r="0" t="16256"/>
          <a:stretch/>
        </p:blipFill>
        <p:spPr>
          <a:xfrm>
            <a:off x="125075" y="493725"/>
            <a:ext cx="8239800" cy="207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b="1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Didact Gothic"/>
              <a:buNone/>
              <a:defRPr b="1" sz="36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Didact Gothic"/>
              <a:buNone/>
              <a:defRPr b="1" sz="36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Didact Gothic"/>
              <a:buNone/>
              <a:defRPr b="1" sz="36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Didact Gothic"/>
              <a:buNone/>
              <a:defRPr b="1" sz="36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Didact Gothic"/>
              <a:buNone/>
              <a:defRPr b="1" sz="36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Didact Gothic"/>
              <a:buNone/>
              <a:defRPr b="1" sz="36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Didact Gothic"/>
              <a:buNone/>
              <a:defRPr b="1" sz="36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Didact Gothic"/>
              <a:buNone/>
              <a:defRPr b="1" sz="36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oppins Light"/>
              <a:buChar char="●"/>
              <a:defRPr sz="16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30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oppins Light"/>
              <a:buChar char="○"/>
              <a:defRPr sz="16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302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oppins Light"/>
              <a:buChar char="■"/>
              <a:defRPr sz="16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302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oppins Light"/>
              <a:buChar char="●"/>
              <a:defRPr sz="16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302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oppins Light"/>
              <a:buChar char="○"/>
              <a:defRPr sz="16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302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oppins Light"/>
              <a:buChar char="■"/>
              <a:defRPr sz="16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302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oppins Light"/>
              <a:buChar char="●"/>
              <a:defRPr sz="16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302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oppins Light"/>
              <a:buChar char="○"/>
              <a:defRPr sz="16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302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oppins Light"/>
              <a:buChar char="■"/>
              <a:defRPr sz="16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 rot="5400000">
            <a:off x="-462658" y="6119355"/>
            <a:ext cx="1131345" cy="114589"/>
          </a:xfrm>
          <a:custGeom>
            <a:rect b="b" l="l" r="r" t="t"/>
            <a:pathLst>
              <a:path extrusionOk="0" h="87640" w="919793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/>
          <p:nvPr/>
        </p:nvSpPr>
        <p:spPr>
          <a:xfrm>
            <a:off x="1771650" y="5315900"/>
            <a:ext cx="8648700" cy="466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77" name="Google Shape;177;p23"/>
          <p:cNvSpPr txBox="1"/>
          <p:nvPr>
            <p:ph type="ctrTitle"/>
          </p:nvPr>
        </p:nvSpPr>
        <p:spPr>
          <a:xfrm>
            <a:off x="1771650" y="1880125"/>
            <a:ext cx="8648700" cy="2253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DDL Commands in SQL</a:t>
            </a:r>
            <a:endParaRPr/>
          </a:p>
        </p:txBody>
      </p:sp>
      <p:sp>
        <p:nvSpPr>
          <p:cNvPr id="178" name="Google Shape;178;p23"/>
          <p:cNvSpPr txBox="1"/>
          <p:nvPr>
            <p:ph idx="1" type="subTitle"/>
          </p:nvPr>
        </p:nvSpPr>
        <p:spPr>
          <a:xfrm>
            <a:off x="2086950" y="5336075"/>
            <a:ext cx="8018100" cy="478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Divakar P</a:t>
            </a:r>
            <a:endParaRPr/>
          </a:p>
        </p:txBody>
      </p:sp>
      <p:sp>
        <p:nvSpPr>
          <p:cNvPr id="179" name="Google Shape;179;p23"/>
          <p:cNvSpPr/>
          <p:nvPr/>
        </p:nvSpPr>
        <p:spPr>
          <a:xfrm>
            <a:off x="0" y="4760400"/>
            <a:ext cx="310200" cy="2006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type="title"/>
          </p:nvPr>
        </p:nvSpPr>
        <p:spPr>
          <a:xfrm>
            <a:off x="655399" y="1340525"/>
            <a:ext cx="6467100" cy="7590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SQL?....</a:t>
            </a:r>
            <a:endParaRPr/>
          </a:p>
        </p:txBody>
      </p:sp>
      <p:sp>
        <p:nvSpPr>
          <p:cNvPr id="185" name="Google Shape;185;p24"/>
          <p:cNvSpPr txBox="1"/>
          <p:nvPr>
            <p:ph idx="1" type="body"/>
          </p:nvPr>
        </p:nvSpPr>
        <p:spPr>
          <a:xfrm>
            <a:off x="1016600" y="2394581"/>
            <a:ext cx="5744700" cy="3077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SQL stands for Structured Query Language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Used to manage and manipulate relational databases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Includes commands for data retrieval, insertion, updating, deletion, and structure definition</a:t>
            </a:r>
            <a:endParaRPr sz="1900"/>
          </a:p>
        </p:txBody>
      </p:sp>
      <p:pic>
        <p:nvPicPr>
          <p:cNvPr id="186" name="Google Shape;18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7874" y="1167748"/>
            <a:ext cx="4764702" cy="476470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4"/>
          <p:cNvSpPr/>
          <p:nvPr/>
        </p:nvSpPr>
        <p:spPr>
          <a:xfrm>
            <a:off x="0" y="4760400"/>
            <a:ext cx="310200" cy="20064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>
            <p:ph type="title"/>
          </p:nvPr>
        </p:nvSpPr>
        <p:spPr>
          <a:xfrm>
            <a:off x="415625" y="701750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Types of SQL Commands.</a:t>
            </a:r>
            <a:endParaRPr/>
          </a:p>
        </p:txBody>
      </p:sp>
      <p:pic>
        <p:nvPicPr>
          <p:cNvPr id="193" name="Google Shape;19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2275" y="1708846"/>
            <a:ext cx="9167450" cy="458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5"/>
          <p:cNvSpPr/>
          <p:nvPr/>
        </p:nvSpPr>
        <p:spPr>
          <a:xfrm>
            <a:off x="0" y="4760400"/>
            <a:ext cx="310200" cy="20064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/>
          <p:nvPr>
            <p:ph type="title"/>
          </p:nvPr>
        </p:nvSpPr>
        <p:spPr>
          <a:xfrm>
            <a:off x="1023175" y="477500"/>
            <a:ext cx="10145700" cy="7590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40"/>
              <a:t>Data Definition Language</a:t>
            </a:r>
            <a:r>
              <a:rPr lang="en" sz="3240"/>
              <a:t> - Commands</a:t>
            </a:r>
            <a:endParaRPr sz="3240"/>
          </a:p>
        </p:txBody>
      </p:sp>
      <p:sp>
        <p:nvSpPr>
          <p:cNvPr id="200" name="Google Shape;200;p26"/>
          <p:cNvSpPr txBox="1"/>
          <p:nvPr>
            <p:ph idx="1" type="subTitle"/>
          </p:nvPr>
        </p:nvSpPr>
        <p:spPr>
          <a:xfrm>
            <a:off x="1970418" y="1861450"/>
            <a:ext cx="3438900" cy="49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</a:t>
            </a:r>
            <a:endParaRPr/>
          </a:p>
        </p:txBody>
      </p:sp>
      <p:sp>
        <p:nvSpPr>
          <p:cNvPr id="201" name="Google Shape;201;p26"/>
          <p:cNvSpPr txBox="1"/>
          <p:nvPr>
            <p:ph idx="2" type="body"/>
          </p:nvPr>
        </p:nvSpPr>
        <p:spPr>
          <a:xfrm>
            <a:off x="1970453" y="2357957"/>
            <a:ext cx="3438900" cy="1198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The CREATE command is used to create database objects such as tables, indexes, or views.</a:t>
            </a:r>
            <a:endParaRPr/>
          </a:p>
        </p:txBody>
      </p:sp>
      <p:sp>
        <p:nvSpPr>
          <p:cNvPr id="202" name="Google Shape;202;p26"/>
          <p:cNvSpPr txBox="1"/>
          <p:nvPr>
            <p:ph idx="3" type="subTitle"/>
          </p:nvPr>
        </p:nvSpPr>
        <p:spPr>
          <a:xfrm>
            <a:off x="6782592" y="1861450"/>
            <a:ext cx="3438900" cy="49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</a:t>
            </a:r>
            <a:endParaRPr/>
          </a:p>
        </p:txBody>
      </p:sp>
      <p:sp>
        <p:nvSpPr>
          <p:cNvPr id="203" name="Google Shape;203;p26"/>
          <p:cNvSpPr txBox="1"/>
          <p:nvPr>
            <p:ph idx="4" type="body"/>
          </p:nvPr>
        </p:nvSpPr>
        <p:spPr>
          <a:xfrm>
            <a:off x="6782634" y="2357957"/>
            <a:ext cx="3438900" cy="1198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The ALTER command is used to modify an existing database object, such as a table.</a:t>
            </a:r>
            <a:endParaRPr/>
          </a:p>
        </p:txBody>
      </p:sp>
      <p:sp>
        <p:nvSpPr>
          <p:cNvPr id="204" name="Google Shape;204;p26"/>
          <p:cNvSpPr txBox="1"/>
          <p:nvPr>
            <p:ph idx="5" type="subTitle"/>
          </p:nvPr>
        </p:nvSpPr>
        <p:spPr>
          <a:xfrm>
            <a:off x="1970350" y="4137294"/>
            <a:ext cx="3438900" cy="49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DROP</a:t>
            </a:r>
            <a:endParaRPr/>
          </a:p>
        </p:txBody>
      </p:sp>
      <p:sp>
        <p:nvSpPr>
          <p:cNvPr id="205" name="Google Shape;205;p26"/>
          <p:cNvSpPr txBox="1"/>
          <p:nvPr>
            <p:ph idx="6" type="body"/>
          </p:nvPr>
        </p:nvSpPr>
        <p:spPr>
          <a:xfrm>
            <a:off x="1970393" y="4633801"/>
            <a:ext cx="3438900" cy="1198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The DROP command is used to delete database objects permanently.</a:t>
            </a:r>
            <a:endParaRPr/>
          </a:p>
        </p:txBody>
      </p:sp>
      <p:sp>
        <p:nvSpPr>
          <p:cNvPr id="206" name="Google Shape;206;p26"/>
          <p:cNvSpPr txBox="1"/>
          <p:nvPr>
            <p:ph idx="7" type="body"/>
          </p:nvPr>
        </p:nvSpPr>
        <p:spPr>
          <a:xfrm>
            <a:off x="6782575" y="4633801"/>
            <a:ext cx="3438900" cy="1198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The TRUNCATE command removes all records from a table but keeps the structure intact.</a:t>
            </a:r>
            <a:endParaRPr/>
          </a:p>
        </p:txBody>
      </p:sp>
      <p:sp>
        <p:nvSpPr>
          <p:cNvPr id="207" name="Google Shape;207;p26"/>
          <p:cNvSpPr txBox="1"/>
          <p:nvPr>
            <p:ph idx="8" type="subTitle"/>
          </p:nvPr>
        </p:nvSpPr>
        <p:spPr>
          <a:xfrm>
            <a:off x="6782542" y="4137294"/>
            <a:ext cx="3438900" cy="49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TRUNCATE</a:t>
            </a:r>
            <a:endParaRPr/>
          </a:p>
        </p:txBody>
      </p:sp>
      <p:sp>
        <p:nvSpPr>
          <p:cNvPr id="208" name="Google Shape;208;p26"/>
          <p:cNvSpPr/>
          <p:nvPr/>
        </p:nvSpPr>
        <p:spPr>
          <a:xfrm>
            <a:off x="0" y="4760400"/>
            <a:ext cx="310200" cy="20064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7"/>
          <p:cNvSpPr txBox="1"/>
          <p:nvPr>
            <p:ph type="title"/>
          </p:nvPr>
        </p:nvSpPr>
        <p:spPr>
          <a:xfrm>
            <a:off x="1023163" y="854263"/>
            <a:ext cx="10145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/>
              <a:t>Diff B/W</a:t>
            </a:r>
            <a:r>
              <a:rPr lang="en"/>
              <a:t> DROP and TRUNCATE</a:t>
            </a:r>
            <a:endParaRPr/>
          </a:p>
        </p:txBody>
      </p:sp>
      <p:sp>
        <p:nvSpPr>
          <p:cNvPr id="214" name="Google Shape;214;p27"/>
          <p:cNvSpPr txBox="1"/>
          <p:nvPr>
            <p:ph idx="1" type="body"/>
          </p:nvPr>
        </p:nvSpPr>
        <p:spPr>
          <a:xfrm>
            <a:off x="1238075" y="2871480"/>
            <a:ext cx="4590300" cy="3402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Completely removes the table structure and its data from the database.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Syntax :</a:t>
            </a:r>
            <a:r>
              <a:rPr lang="en"/>
              <a:t> DROP TABLE table_name;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Cannot be rolled back (usually permanent).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Table no longer exists</a:t>
            </a:r>
            <a:endParaRPr/>
          </a:p>
        </p:txBody>
      </p:sp>
      <p:sp>
        <p:nvSpPr>
          <p:cNvPr id="215" name="Google Shape;215;p27"/>
          <p:cNvSpPr txBox="1"/>
          <p:nvPr>
            <p:ph idx="2" type="body"/>
          </p:nvPr>
        </p:nvSpPr>
        <p:spPr>
          <a:xfrm>
            <a:off x="6375450" y="2869468"/>
            <a:ext cx="4590300" cy="3313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Removes all rows (data) from the table but keeps the table structure.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Syntax : </a:t>
            </a:r>
            <a:r>
              <a:rPr lang="en"/>
              <a:t>TRUNCATE TABLE table_name;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Usually cannot be rolled back (depends on DBMS, e.g SQL Server &amp; PostgreSQL).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Table still exists, just empty</a:t>
            </a:r>
            <a:endParaRPr/>
          </a:p>
        </p:txBody>
      </p:sp>
      <p:sp>
        <p:nvSpPr>
          <p:cNvPr id="216" name="Google Shape;216;p27"/>
          <p:cNvSpPr txBox="1"/>
          <p:nvPr>
            <p:ph idx="4294967295" type="subTitle"/>
          </p:nvPr>
        </p:nvSpPr>
        <p:spPr>
          <a:xfrm>
            <a:off x="1023130" y="1806275"/>
            <a:ext cx="4996500" cy="4572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SzPts val="852"/>
              <a:buNone/>
            </a:pPr>
            <a:r>
              <a:rPr b="1" lang="en" sz="2100">
                <a:latin typeface="Poppins"/>
                <a:ea typeface="Poppins"/>
                <a:cs typeface="Poppins"/>
                <a:sym typeface="Poppins"/>
              </a:rPr>
              <a:t>DROP</a:t>
            </a:r>
            <a:endParaRPr b="1" sz="21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17" name="Google Shape;217;p27"/>
          <p:cNvGrpSpPr/>
          <p:nvPr/>
        </p:nvGrpSpPr>
        <p:grpSpPr>
          <a:xfrm>
            <a:off x="5562452" y="1806265"/>
            <a:ext cx="457177" cy="457206"/>
            <a:chOff x="7610238" y="5297650"/>
            <a:chExt cx="467700" cy="478800"/>
          </a:xfrm>
        </p:grpSpPr>
        <p:sp>
          <p:nvSpPr>
            <p:cNvPr id="218" name="Google Shape;218;p27"/>
            <p:cNvSpPr/>
            <p:nvPr/>
          </p:nvSpPr>
          <p:spPr>
            <a:xfrm>
              <a:off x="7610238" y="5297650"/>
              <a:ext cx="467700" cy="478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219" name="Google Shape;219;p27"/>
            <p:cNvSpPr/>
            <p:nvPr/>
          </p:nvSpPr>
          <p:spPr>
            <a:xfrm>
              <a:off x="7761564" y="5398163"/>
              <a:ext cx="165049" cy="277785"/>
            </a:xfrm>
            <a:custGeom>
              <a:rect b="b" l="l" r="r" t="t"/>
              <a:pathLst>
                <a:path extrusionOk="0" h="152003" w="90314">
                  <a:moveTo>
                    <a:pt x="9837" y="1"/>
                  </a:moveTo>
                  <a:cubicBezTo>
                    <a:pt x="7328" y="-28"/>
                    <a:pt x="4818" y="915"/>
                    <a:pt x="2915" y="2794"/>
                  </a:cubicBezTo>
                  <a:cubicBezTo>
                    <a:pt x="-931" y="6550"/>
                    <a:pt x="-971" y="12691"/>
                    <a:pt x="2794" y="16533"/>
                  </a:cubicBezTo>
                  <a:lnTo>
                    <a:pt x="62827" y="77919"/>
                  </a:lnTo>
                  <a:lnTo>
                    <a:pt x="4008" y="135297"/>
                  </a:lnTo>
                  <a:cubicBezTo>
                    <a:pt x="162" y="139050"/>
                    <a:pt x="122" y="145191"/>
                    <a:pt x="3887" y="149032"/>
                  </a:cubicBezTo>
                  <a:cubicBezTo>
                    <a:pt x="7611" y="152874"/>
                    <a:pt x="13764" y="153028"/>
                    <a:pt x="17610" y="149275"/>
                  </a:cubicBezTo>
                  <a:lnTo>
                    <a:pt x="90314" y="78162"/>
                  </a:lnTo>
                  <a:lnTo>
                    <a:pt x="16638" y="2915"/>
                  </a:lnTo>
                  <a:cubicBezTo>
                    <a:pt x="14776" y="996"/>
                    <a:pt x="12307" y="25"/>
                    <a:pt x="98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0" name="Google Shape;220;p27"/>
          <p:cNvSpPr txBox="1"/>
          <p:nvPr>
            <p:ph idx="4294967295" type="subTitle"/>
          </p:nvPr>
        </p:nvSpPr>
        <p:spPr>
          <a:xfrm>
            <a:off x="6172355" y="1806275"/>
            <a:ext cx="4996500" cy="4572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SzPts val="852"/>
              <a:buNone/>
            </a:pPr>
            <a:r>
              <a:rPr b="1" lang="en" sz="2100">
                <a:latin typeface="Poppins"/>
                <a:ea typeface="Poppins"/>
                <a:cs typeface="Poppins"/>
                <a:sym typeface="Poppins"/>
              </a:rPr>
              <a:t>Truncate</a:t>
            </a:r>
            <a:endParaRPr b="1" sz="20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21" name="Google Shape;221;p27"/>
          <p:cNvGrpSpPr/>
          <p:nvPr/>
        </p:nvGrpSpPr>
        <p:grpSpPr>
          <a:xfrm>
            <a:off x="10711627" y="1806265"/>
            <a:ext cx="457177" cy="457206"/>
            <a:chOff x="7610238" y="5297650"/>
            <a:chExt cx="467700" cy="478800"/>
          </a:xfrm>
        </p:grpSpPr>
        <p:sp>
          <p:nvSpPr>
            <p:cNvPr id="222" name="Google Shape;222;p27"/>
            <p:cNvSpPr/>
            <p:nvPr/>
          </p:nvSpPr>
          <p:spPr>
            <a:xfrm>
              <a:off x="7610238" y="5297650"/>
              <a:ext cx="467700" cy="478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223" name="Google Shape;223;p27"/>
            <p:cNvSpPr/>
            <p:nvPr/>
          </p:nvSpPr>
          <p:spPr>
            <a:xfrm>
              <a:off x="7761564" y="5398163"/>
              <a:ext cx="165049" cy="277785"/>
            </a:xfrm>
            <a:custGeom>
              <a:rect b="b" l="l" r="r" t="t"/>
              <a:pathLst>
                <a:path extrusionOk="0" h="152003" w="90314">
                  <a:moveTo>
                    <a:pt x="9837" y="1"/>
                  </a:moveTo>
                  <a:cubicBezTo>
                    <a:pt x="7328" y="-28"/>
                    <a:pt x="4818" y="915"/>
                    <a:pt x="2915" y="2794"/>
                  </a:cubicBezTo>
                  <a:cubicBezTo>
                    <a:pt x="-931" y="6550"/>
                    <a:pt x="-971" y="12691"/>
                    <a:pt x="2794" y="16533"/>
                  </a:cubicBezTo>
                  <a:lnTo>
                    <a:pt x="62827" y="77919"/>
                  </a:lnTo>
                  <a:lnTo>
                    <a:pt x="4008" y="135297"/>
                  </a:lnTo>
                  <a:cubicBezTo>
                    <a:pt x="162" y="139050"/>
                    <a:pt x="122" y="145191"/>
                    <a:pt x="3887" y="149032"/>
                  </a:cubicBezTo>
                  <a:cubicBezTo>
                    <a:pt x="7611" y="152874"/>
                    <a:pt x="13764" y="153028"/>
                    <a:pt x="17610" y="149275"/>
                  </a:cubicBezTo>
                  <a:lnTo>
                    <a:pt x="90314" y="78162"/>
                  </a:lnTo>
                  <a:lnTo>
                    <a:pt x="16638" y="2915"/>
                  </a:lnTo>
                  <a:cubicBezTo>
                    <a:pt x="14776" y="996"/>
                    <a:pt x="12307" y="25"/>
                    <a:pt x="98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4" name="Google Shape;224;p27"/>
          <p:cNvSpPr/>
          <p:nvPr/>
        </p:nvSpPr>
        <p:spPr>
          <a:xfrm>
            <a:off x="0" y="4760400"/>
            <a:ext cx="310200" cy="20064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 txBox="1"/>
          <p:nvPr>
            <p:ph type="title"/>
          </p:nvPr>
        </p:nvSpPr>
        <p:spPr>
          <a:xfrm>
            <a:off x="1373700" y="980963"/>
            <a:ext cx="94446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Commands</a:t>
            </a:r>
            <a:endParaRPr/>
          </a:p>
        </p:txBody>
      </p:sp>
      <p:sp>
        <p:nvSpPr>
          <p:cNvPr id="230" name="Google Shape;230;p28"/>
          <p:cNvSpPr txBox="1"/>
          <p:nvPr>
            <p:ph idx="4294967295" type="body"/>
          </p:nvPr>
        </p:nvSpPr>
        <p:spPr>
          <a:xfrm>
            <a:off x="1660375" y="2903800"/>
            <a:ext cx="4194300" cy="2732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Used to change the name of a database object (like a table)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700">
                <a:latin typeface="Poppins"/>
                <a:ea typeface="Poppins"/>
                <a:cs typeface="Poppins"/>
                <a:sym typeface="Poppins"/>
              </a:rPr>
              <a:t>syntax</a:t>
            </a:r>
            <a:endParaRPr b="1" sz="1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/>
              <a:t>RENAME TABLE old_table_name TO new_table_name;</a:t>
            </a:r>
            <a:endParaRPr sz="1700"/>
          </a:p>
        </p:txBody>
      </p:sp>
      <p:sp>
        <p:nvSpPr>
          <p:cNvPr id="231" name="Google Shape;231;p28"/>
          <p:cNvSpPr txBox="1"/>
          <p:nvPr>
            <p:ph idx="4294967295" type="subTitle"/>
          </p:nvPr>
        </p:nvSpPr>
        <p:spPr>
          <a:xfrm>
            <a:off x="1660375" y="2316400"/>
            <a:ext cx="3438900" cy="49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600"/>
              </a:spcAft>
              <a:buSzPts val="852"/>
              <a:buNone/>
            </a:pPr>
            <a:r>
              <a:rPr b="1" lang="en" sz="2105">
                <a:latin typeface="Poppins"/>
                <a:ea typeface="Poppins"/>
                <a:cs typeface="Poppins"/>
                <a:sym typeface="Poppins"/>
              </a:rPr>
              <a:t>Rename</a:t>
            </a:r>
            <a:endParaRPr b="1" sz="164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32" name="Google Shape;232;p28"/>
          <p:cNvCxnSpPr/>
          <p:nvPr/>
        </p:nvCxnSpPr>
        <p:spPr>
          <a:xfrm>
            <a:off x="6073700" y="2316400"/>
            <a:ext cx="36300" cy="33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" name="Google Shape;233;p28"/>
          <p:cNvSpPr txBox="1"/>
          <p:nvPr>
            <p:ph idx="4294967295" type="body"/>
          </p:nvPr>
        </p:nvSpPr>
        <p:spPr>
          <a:xfrm>
            <a:off x="6329025" y="2903800"/>
            <a:ext cx="4489200" cy="2732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Add an explanation to the SQL code for other team members to review.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700">
                <a:latin typeface="Poppins"/>
                <a:ea typeface="Poppins"/>
                <a:cs typeface="Poppins"/>
                <a:sym typeface="Poppins"/>
              </a:rPr>
              <a:t>syntax</a:t>
            </a:r>
            <a:endParaRPr b="1" sz="1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/>
              <a:t>COMMENT ON TABLE table_name IS 'comment';</a:t>
            </a:r>
            <a:endParaRPr sz="1700"/>
          </a:p>
        </p:txBody>
      </p:sp>
      <p:sp>
        <p:nvSpPr>
          <p:cNvPr id="234" name="Google Shape;234;p28"/>
          <p:cNvSpPr txBox="1"/>
          <p:nvPr>
            <p:ph idx="4294967295" type="subTitle"/>
          </p:nvPr>
        </p:nvSpPr>
        <p:spPr>
          <a:xfrm>
            <a:off x="6329025" y="2316400"/>
            <a:ext cx="3438900" cy="49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600"/>
              </a:spcAft>
              <a:buSzPts val="852"/>
              <a:buNone/>
            </a:pPr>
            <a:r>
              <a:rPr b="1" lang="en" sz="2105">
                <a:latin typeface="Poppins"/>
                <a:ea typeface="Poppins"/>
                <a:cs typeface="Poppins"/>
                <a:sym typeface="Poppins"/>
              </a:rPr>
              <a:t>Comment</a:t>
            </a:r>
            <a:endParaRPr b="1" sz="164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5" name="Google Shape;235;p28"/>
          <p:cNvSpPr/>
          <p:nvPr/>
        </p:nvSpPr>
        <p:spPr>
          <a:xfrm>
            <a:off x="0" y="4760400"/>
            <a:ext cx="310200" cy="20064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9"/>
          <p:cNvSpPr txBox="1"/>
          <p:nvPr>
            <p:ph type="title"/>
          </p:nvPr>
        </p:nvSpPr>
        <p:spPr>
          <a:xfrm>
            <a:off x="549450" y="1436029"/>
            <a:ext cx="11080800" cy="34800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</a:t>
            </a:r>
            <a:endParaRPr/>
          </a:p>
        </p:txBody>
      </p:sp>
      <p:sp>
        <p:nvSpPr>
          <p:cNvPr id="241" name="Google Shape;241;p29"/>
          <p:cNvSpPr/>
          <p:nvPr/>
        </p:nvSpPr>
        <p:spPr>
          <a:xfrm>
            <a:off x="0" y="4760400"/>
            <a:ext cx="310200" cy="2006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0"/>
          <p:cNvSpPr txBox="1"/>
          <p:nvPr>
            <p:ph type="title"/>
          </p:nvPr>
        </p:nvSpPr>
        <p:spPr>
          <a:xfrm>
            <a:off x="1373700" y="980963"/>
            <a:ext cx="94446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Conclusion…</a:t>
            </a:r>
            <a:endParaRPr sz="3600"/>
          </a:p>
        </p:txBody>
      </p:sp>
      <p:sp>
        <p:nvSpPr>
          <p:cNvPr id="247" name="Google Shape;247;p30"/>
          <p:cNvSpPr/>
          <p:nvPr/>
        </p:nvSpPr>
        <p:spPr>
          <a:xfrm>
            <a:off x="0" y="4760400"/>
            <a:ext cx="310200" cy="20064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48" name="Google Shape;248;p30"/>
          <p:cNvSpPr txBox="1"/>
          <p:nvPr>
            <p:ph idx="1" type="body"/>
          </p:nvPr>
        </p:nvSpPr>
        <p:spPr>
          <a:xfrm>
            <a:off x="1823800" y="2589600"/>
            <a:ext cx="8609100" cy="290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100"/>
              <a:t>DDL (Data Definition Language) commands are essential for structuring and managing relational databases.</a:t>
            </a:r>
            <a:endParaRPr sz="2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SzPts val="1100"/>
              <a:buNone/>
            </a:pPr>
            <a:r>
              <a:rPr lang="en" sz="2100"/>
              <a:t>Mastering these commands helps you design, maintain, and evolve your database efficiently</a:t>
            </a:r>
            <a:endParaRPr sz="21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SzPts val="1100"/>
              <a:buNone/>
            </a:pPr>
            <a:r>
              <a:rPr lang="en" sz="2100"/>
              <a:t>With DDL, you gain control over how data is organized, accessed, and secured.</a:t>
            </a:r>
            <a:endParaRPr sz="2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1"/>
          <p:cNvSpPr txBox="1"/>
          <p:nvPr>
            <p:ph type="title"/>
          </p:nvPr>
        </p:nvSpPr>
        <p:spPr>
          <a:xfrm>
            <a:off x="1780650" y="2591927"/>
            <a:ext cx="8638800" cy="175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254" name="Google Shape;254;p31"/>
          <p:cNvSpPr/>
          <p:nvPr/>
        </p:nvSpPr>
        <p:spPr>
          <a:xfrm>
            <a:off x="0" y="4760400"/>
            <a:ext cx="310200" cy="2006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sMania Template">
  <a:themeElements>
    <a:clrScheme name="Simple Light">
      <a:dk1>
        <a:srgbClr val="000000"/>
      </a:dk1>
      <a:lt1>
        <a:srgbClr val="F3F1EC"/>
      </a:lt1>
      <a:dk2>
        <a:srgbClr val="000000"/>
      </a:dk2>
      <a:lt2>
        <a:srgbClr val="EEEEEE"/>
      </a:lt2>
      <a:accent1>
        <a:srgbClr val="1C1B1A"/>
      </a:accent1>
      <a:accent2>
        <a:srgbClr val="6C6B68"/>
      </a:accent2>
      <a:accent3>
        <a:srgbClr val="A5A4A2"/>
      </a:accent3>
      <a:accent4>
        <a:srgbClr val="CDCCCA"/>
      </a:accent4>
      <a:accent5>
        <a:srgbClr val="F5F1EC"/>
      </a:accent5>
      <a:accent6>
        <a:srgbClr val="FFFFFF"/>
      </a:accent6>
      <a:hlink>
        <a:srgbClr val="A5A4A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